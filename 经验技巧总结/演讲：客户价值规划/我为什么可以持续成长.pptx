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>
  <p:sldMasterIdLst>
    <p:sldMasterId id="2147483840" r:id="rId2"/>
  </p:sldMasterIdLst>
  <p:notesMasterIdLst>
    <p:notesMasterId r:id="rId12"/>
  </p:notesMasterIdLst>
  <p:handoutMasterIdLst>
    <p:handoutMasterId r:id="rId13"/>
  </p:handoutMasterIdLst>
  <p:sldIdLst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方正静蕾简体" panose="02000000000000000000" pitchFamily="2" charset="-122"/>
      <p:regular r:id="rId14"/>
    </p:embeddedFont>
    <p:embeddedFont>
      <p:font typeface="方正铁筋隶书简体" panose="03000509000000000000" pitchFamily="65" charset="-122"/>
      <p:regular r:id="rId15"/>
    </p:embeddedFont>
    <p:embeddedFont>
      <p:font typeface="微软雅黑" panose="020B0503020204020204" pitchFamily="34" charset="-122"/>
      <p:regular r:id="rId16"/>
      <p:bold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Wingdings 2" panose="05020102010507070707" pitchFamily="18" charset="2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  <p:embeddedFont>
      <p:font typeface="方正胖娃简体" panose="03000509000000000000" pitchFamily="65" charset="-122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70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>
      <p:cViewPr varScale="1">
        <p:scale>
          <a:sx n="88" d="100"/>
          <a:sy n="88" d="100"/>
        </p:scale>
        <p:origin x="576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307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handoutMaster" Target="handoutMasters/handout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Master" Target="slideMasters/slideMaster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1.fntdata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EAE2BA-E6E9-47BE-90DA-7CC8F543793A}" type="doc">
      <dgm:prSet loTypeId="urn:microsoft.com/office/officeart/2008/layout/CircleAccentTimeline" loCatId="process" qsTypeId="urn:microsoft.com/office/officeart/2005/8/quickstyle/simple4" qsCatId="simple" csTypeId="urn:microsoft.com/office/officeart/2005/8/colors/colorful1" csCatId="colorful" phldr="1"/>
      <dgm:spPr/>
      <dgm:t>
        <a:bodyPr/>
        <a:lstStyle/>
        <a:p>
          <a:endParaRPr lang="zh-CN"/>
        </a:p>
      </dgm:t>
    </dgm:pt>
    <dgm:pt modelId="{4197E540-D10F-4BDA-84C9-B2027B240EEB}">
      <dgm:prSet phldrT="[文本]"/>
      <dgm:spPr>
        <a:xfrm rot="17700000">
          <a:off x="379667" y="2802844"/>
          <a:ext cx="884708" cy="426573"/>
        </a:xfrm>
      </dgm:spPr>
      <dgm:t>
        <a:bodyPr/>
        <a:lstStyle/>
        <a:p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专业服务支持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gm:t>
    </dgm:pt>
    <dgm:pt modelId="{78BB0D03-C1B0-4614-BB63-23D6CFFED62B}" type="parTrans" cxnId="{037D1ED7-9660-475E-907C-F4AD249CA9F1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6EE9F422-00AE-4222-BD4F-062656D802FD}" type="sibTrans" cxnId="{037D1ED7-9660-475E-907C-F4AD249CA9F1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5A22019F-6F97-4DC3-963A-583D3D54A632}">
      <dgm:prSet phldrT="[文本]"/>
      <dgm:spPr>
        <a:xfrm rot="17700000">
          <a:off x="2153288" y="1339948"/>
          <a:ext cx="1022729" cy="492876"/>
        </a:xfrm>
      </dgm:spPr>
      <dgm:t>
        <a:bodyPr/>
        <a:lstStyle/>
        <a:p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2008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年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gm:t>
    </dgm:pt>
    <dgm:pt modelId="{B9D94E7B-0198-4684-BCA7-D1F15AB8F901}" type="parTrans" cxnId="{39AF9F84-592C-4715-B816-2A454335FA6D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40C46F67-A448-4DFF-9ACB-C354C5196E83}" type="sibTrans" cxnId="{39AF9F84-592C-4715-B816-2A454335FA6D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0AE14328-0EE2-49D7-98C5-68FCA23BDFFA}">
      <dgm:prSet phldrT="[文本]"/>
      <dgm:spPr>
        <a:xfrm rot="17700000">
          <a:off x="2242314" y="2802844"/>
          <a:ext cx="884708" cy="426573"/>
        </a:xfrm>
      </dgm:spPr>
      <dgm:t>
        <a:bodyPr/>
        <a:lstStyle/>
        <a:p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建行</a:t>
          </a:r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SUP2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平台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gm:t>
    </dgm:pt>
    <dgm:pt modelId="{EA9DC085-EAD3-474C-B8A0-5119234F5699}" type="parTrans" cxnId="{8A722DB8-690F-4486-8D68-C5FBE3FBBBBD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5E40F6E7-1E16-499D-BD19-570269F4F62E}" type="sibTrans" cxnId="{8A722DB8-690F-4486-8D68-C5FBE3FBBBBD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7FC2D584-30A6-449E-B7CA-341F5F62FAF5}">
      <dgm:prSet phldrT="[文本]"/>
      <dgm:spPr>
        <a:xfrm rot="17700000">
          <a:off x="3526988" y="1339948"/>
          <a:ext cx="1022729" cy="492876"/>
        </a:xfrm>
      </dgm:spPr>
      <dgm:t>
        <a:bodyPr/>
        <a:lstStyle/>
        <a:p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2010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年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gm:t>
    </dgm:pt>
    <dgm:pt modelId="{5B8A5422-3BF7-4359-9198-DC33B9CC121C}" type="parTrans" cxnId="{283F8578-61AB-4F3A-B8D5-79928B6E421A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9BCC6C0B-54DD-42A5-A6A4-57FEEA70C7B5}" type="sibTrans" cxnId="{283F8578-61AB-4F3A-B8D5-79928B6E421A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65A643D8-FAD8-427F-B77E-324519DFF77F}">
      <dgm:prSet phldrT="[文本]"/>
      <dgm:spPr>
        <a:xfrm rot="17700000">
          <a:off x="3616014" y="2802844"/>
          <a:ext cx="884708" cy="426573"/>
        </a:xfrm>
      </dgm:spPr>
      <dgm:t>
        <a:bodyPr/>
        <a:lstStyle/>
        <a:p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中信</a:t>
          </a:r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CBJUP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平台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gm:t>
    </dgm:pt>
    <dgm:pt modelId="{9B490BD3-91C5-4AD9-B795-4720D22F1C89}" type="parTrans" cxnId="{3603CE7F-B3FC-4746-835B-FEBA7784AF37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A1CFAE85-B44C-4654-BCFF-0F4929233B2A}" type="sibTrans" cxnId="{3603CE7F-B3FC-4746-835B-FEBA7784AF37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1EAF32EF-2685-41DE-B527-A19EA257EFF2}">
      <dgm:prSet phldrT="[文本]"/>
      <dgm:spPr>
        <a:xfrm rot="17700000">
          <a:off x="5389635" y="1339948"/>
          <a:ext cx="1022729" cy="492876"/>
        </a:xfrm>
      </dgm:spPr>
      <dgm:t>
        <a:bodyPr/>
        <a:lstStyle/>
        <a:p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2013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年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gm:t>
    </dgm:pt>
    <dgm:pt modelId="{180ECF10-61BF-4891-A06A-93E397C04263}" type="parTrans" cxnId="{270815E9-4A88-4DB4-9040-920BB982ABD8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C8B63689-AE32-480F-B66B-8481F7137AF6}" type="sibTrans" cxnId="{270815E9-4A88-4DB4-9040-920BB982ABD8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8A6DB3FE-C39B-447E-9F35-B0AA149632E9}">
      <dgm:prSet phldrT="[文本]"/>
      <dgm:spPr>
        <a:xfrm rot="17700000">
          <a:off x="5478661" y="2802844"/>
          <a:ext cx="884708" cy="426573"/>
        </a:xfrm>
      </dgm:spPr>
      <dgm:t>
        <a:bodyPr/>
        <a:lstStyle/>
        <a:p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远光</a:t>
          </a:r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ECP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平台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gm:t>
    </dgm:pt>
    <dgm:pt modelId="{59337257-76BB-40A8-A3C4-453905802E16}" type="parTrans" cxnId="{DE067B6E-5705-40C5-95E8-34489ECF6FE3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092AA806-E93B-48B2-8CC6-74C5945CE54C}" type="sibTrans" cxnId="{DE067B6E-5705-40C5-95E8-34489ECF6FE3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C4843CC7-1E96-4B59-9DC6-ACB4F823B6CA}">
      <dgm:prSet phldrT="[文本]"/>
      <dgm:spPr>
        <a:xfrm rot="17700000">
          <a:off x="6763335" y="1339948"/>
          <a:ext cx="1022729" cy="492876"/>
        </a:xfrm>
      </dgm:spPr>
      <dgm:t>
        <a:bodyPr/>
        <a:lstStyle/>
        <a:p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2015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年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gm:t>
    </dgm:pt>
    <dgm:pt modelId="{B45DE71B-8C61-4A29-BBB0-5AA953CF7542}" type="parTrans" cxnId="{A81889D7-B4F1-469E-A91B-D36894BED34C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E03609D5-4748-4E3C-8F59-7CA6A6BDD666}" type="sibTrans" cxnId="{A81889D7-B4F1-469E-A91B-D36894BED34C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EA1701F6-7B57-4B04-9E00-64FC8D153085}">
      <dgm:prSet phldrT="[文本]"/>
      <dgm:spPr>
        <a:xfrm rot="17700000">
          <a:off x="6852361" y="2802844"/>
          <a:ext cx="884708" cy="426573"/>
        </a:xfrm>
      </dgm:spPr>
      <dgm:t>
        <a:bodyPr/>
        <a:lstStyle/>
        <a:p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普元</a:t>
          </a:r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BIIP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平台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gm:t>
    </dgm:pt>
    <dgm:pt modelId="{A6530B81-68FB-4CB6-934B-339EA4E796B5}" type="parTrans" cxnId="{AA493673-DAC7-4571-B247-A7E1C831035C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7CDBA56F-B9FD-42B0-9B00-3DC230E39858}" type="sibTrans" cxnId="{AA493673-DAC7-4571-B247-A7E1C831035C}">
      <dgm:prSet/>
      <dgm:spPr/>
      <dgm:t>
        <a:bodyPr/>
        <a:lstStyle/>
        <a:p>
          <a:endParaRPr lang="zh-CN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744753AB-D893-4316-BFC3-F9FDB847355A}">
      <dgm:prSet phldrT="[文本]"/>
      <dgm:spPr>
        <a:xfrm rot="17700000">
          <a:off x="290642" y="1339948"/>
          <a:ext cx="1022729" cy="492876"/>
        </a:xfrm>
      </dgm:spPr>
      <dgm:t>
        <a:bodyPr/>
        <a:lstStyle/>
        <a:p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2007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之前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4F23A9AC-6D0F-45B0-9264-B0CDB1165326}" type="parTrans" cxnId="{863EFA21-C54E-4210-BDE7-A560B0A519BC}">
      <dgm:prSet/>
      <dgm:spPr/>
      <dgm:t>
        <a:bodyPr/>
        <a:lstStyle/>
        <a:p>
          <a:endParaRPr lang="zh-CN" altLang="en-US"/>
        </a:p>
      </dgm:t>
    </dgm:pt>
    <dgm:pt modelId="{6A235716-E6C4-4C48-BBF8-9EDE254CFC59}" type="sibTrans" cxnId="{863EFA21-C54E-4210-BDE7-A560B0A519BC}">
      <dgm:prSet/>
      <dgm:spPr/>
      <dgm:t>
        <a:bodyPr/>
        <a:lstStyle/>
        <a:p>
          <a:endParaRPr lang="zh-CN" altLang="en-US"/>
        </a:p>
      </dgm:t>
    </dgm:pt>
    <dgm:pt modelId="{B117579F-3172-4837-8052-C96FE3E92213}">
      <dgm:prSet phldrT="[文本]"/>
      <dgm:spPr>
        <a:xfrm rot="17700000">
          <a:off x="290642" y="1339948"/>
          <a:ext cx="1022729" cy="492876"/>
        </a:xfrm>
      </dgm:spPr>
      <dgm:t>
        <a:bodyPr/>
        <a:lstStyle/>
        <a:p>
          <a:r>
            <a:rPr lang="en-US" altLang="zh-CN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2007</a:t>
          </a:r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年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448C9103-6AF6-4EE2-9022-F70A54726CD5}" type="parTrans" cxnId="{CF1040A0-C48E-458F-8677-C8F9CD1F9ACB}">
      <dgm:prSet/>
      <dgm:spPr/>
      <dgm:t>
        <a:bodyPr/>
        <a:lstStyle/>
        <a:p>
          <a:endParaRPr lang="zh-CN" altLang="en-US"/>
        </a:p>
      </dgm:t>
    </dgm:pt>
    <dgm:pt modelId="{E1CAED68-694D-409C-8E40-0C344C008673}" type="sibTrans" cxnId="{CF1040A0-C48E-458F-8677-C8F9CD1F9ACB}">
      <dgm:prSet/>
      <dgm:spPr/>
      <dgm:t>
        <a:bodyPr/>
        <a:lstStyle/>
        <a:p>
          <a:endParaRPr lang="zh-CN" altLang="en-US"/>
        </a:p>
      </dgm:t>
    </dgm:pt>
    <dgm:pt modelId="{27CD36B1-0E0B-4ABA-ABCB-288F2C9E2DC9}">
      <dgm:prSet phldrT="[文本]"/>
      <dgm:spPr>
        <a:xfrm rot="17700000">
          <a:off x="290642" y="1339948"/>
          <a:ext cx="1022729" cy="492876"/>
        </a:xfrm>
      </dgm:spPr>
      <dgm:t>
        <a:bodyPr/>
        <a:lstStyle/>
        <a:p>
          <a:r>
            <a: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银行应用开发</a:t>
          </a:r>
          <a:endParaRPr lang="zh-CN" dirty="0">
            <a:latin typeface="微软雅黑" panose="020B0503020204020204" pitchFamily="34" charset="-122"/>
            <a:ea typeface="微软雅黑" panose="020B0503020204020204" pitchFamily="34" charset="-122"/>
          </a:endParaRPr>
        </a:p>
      </dgm:t>
    </dgm:pt>
    <dgm:pt modelId="{5C483E7F-5130-4220-A8C0-C9E7B9C77FAA}" type="parTrans" cxnId="{880B01CE-D12B-4982-8970-2E587779E38A}">
      <dgm:prSet/>
      <dgm:spPr/>
      <dgm:t>
        <a:bodyPr/>
        <a:lstStyle/>
        <a:p>
          <a:endParaRPr lang="zh-CN" altLang="en-US"/>
        </a:p>
      </dgm:t>
    </dgm:pt>
    <dgm:pt modelId="{18F8ECF6-33A9-452D-9F41-5C01054DDA42}" type="sibTrans" cxnId="{880B01CE-D12B-4982-8970-2E587779E38A}">
      <dgm:prSet/>
      <dgm:spPr/>
      <dgm:t>
        <a:bodyPr/>
        <a:lstStyle/>
        <a:p>
          <a:endParaRPr lang="zh-CN" altLang="en-US"/>
        </a:p>
      </dgm:t>
    </dgm:pt>
    <dgm:pt modelId="{C666E99A-EA2A-4513-B163-536A725EC1D4}" type="pres">
      <dgm:prSet presAssocID="{E4EAE2BA-E6E9-47BE-90DA-7CC8F543793A}" presName="Name0" presStyleCnt="0">
        <dgm:presLayoutVars>
          <dgm:dir/>
        </dgm:presLayoutVars>
      </dgm:prSet>
      <dgm:spPr/>
      <dgm:t>
        <a:bodyPr/>
        <a:lstStyle/>
        <a:p>
          <a:endParaRPr lang="zh-CN"/>
        </a:p>
      </dgm:t>
    </dgm:pt>
    <dgm:pt modelId="{C6B3E2C5-6D6C-496F-AB52-F7CC056EC993}" type="pres">
      <dgm:prSet presAssocID="{744753AB-D893-4316-BFC3-F9FDB847355A}" presName="parComposite" presStyleCnt="0"/>
      <dgm:spPr/>
    </dgm:pt>
    <dgm:pt modelId="{9FE30771-6069-40B1-AF64-E56310F06FAB}" type="pres">
      <dgm:prSet presAssocID="{744753AB-D893-4316-BFC3-F9FDB847355A}" presName="parBigCircle" presStyleLbl="node0" presStyleIdx="0" presStyleCnt="6"/>
      <dgm:spPr/>
    </dgm:pt>
    <dgm:pt modelId="{04BACD90-9830-4A1B-97D6-187F0E533766}" type="pres">
      <dgm:prSet presAssocID="{744753AB-D893-4316-BFC3-F9FDB847355A}" presName="parTx" presStyleLbl="revTx" presStyleIdx="0" presStyleCnt="18"/>
      <dgm:spPr>
        <a:prstGeom prst="rect">
          <a:avLst/>
        </a:prstGeom>
      </dgm:spPr>
      <dgm:t>
        <a:bodyPr/>
        <a:lstStyle/>
        <a:p>
          <a:endParaRPr lang="zh-CN" altLang="en-US"/>
        </a:p>
      </dgm:t>
    </dgm:pt>
    <dgm:pt modelId="{2CE2FFB1-87B5-4B99-9256-0F90B78554C4}" type="pres">
      <dgm:prSet presAssocID="{744753AB-D893-4316-BFC3-F9FDB847355A}" presName="bSpace" presStyleCnt="0"/>
      <dgm:spPr/>
    </dgm:pt>
    <dgm:pt modelId="{02AF4702-8FC0-43A5-823C-4D55F5741771}" type="pres">
      <dgm:prSet presAssocID="{744753AB-D893-4316-BFC3-F9FDB847355A}" presName="parBackupNorm" presStyleCnt="0"/>
      <dgm:spPr/>
    </dgm:pt>
    <dgm:pt modelId="{A0766F71-7A2D-42C4-AEF4-F2F5600DB3E9}" type="pres">
      <dgm:prSet presAssocID="{6A235716-E6C4-4C48-BBF8-9EDE254CFC59}" presName="parSpace" presStyleCnt="0"/>
      <dgm:spPr/>
    </dgm:pt>
    <dgm:pt modelId="{2A4D7A28-35A9-4420-AE42-AAA3E22F9D0D}" type="pres">
      <dgm:prSet presAssocID="{27CD36B1-0E0B-4ABA-ABCB-288F2C9E2DC9}" presName="desBackupLeftNorm" presStyleCnt="0"/>
      <dgm:spPr/>
    </dgm:pt>
    <dgm:pt modelId="{F73C5570-DF01-4FA7-975B-F58FD8B6177A}" type="pres">
      <dgm:prSet presAssocID="{27CD36B1-0E0B-4ABA-ABCB-288F2C9E2DC9}" presName="desComposite" presStyleCnt="0"/>
      <dgm:spPr/>
    </dgm:pt>
    <dgm:pt modelId="{85C2DF8B-FA99-44FA-9B26-A20E12B532F5}" type="pres">
      <dgm:prSet presAssocID="{27CD36B1-0E0B-4ABA-ABCB-288F2C9E2DC9}" presName="desCircle" presStyleLbl="node1" presStyleIdx="0" presStyleCnt="6"/>
      <dgm:spPr/>
    </dgm:pt>
    <dgm:pt modelId="{2482210D-4F2F-435E-A11D-371BBB750FCB}" type="pres">
      <dgm:prSet presAssocID="{27CD36B1-0E0B-4ABA-ABCB-288F2C9E2DC9}" presName="chTx" presStyleLbl="revTx" presStyleIdx="1" presStyleCnt="18"/>
      <dgm:spPr/>
      <dgm:t>
        <a:bodyPr/>
        <a:lstStyle/>
        <a:p>
          <a:endParaRPr lang="zh-CN" altLang="en-US"/>
        </a:p>
      </dgm:t>
    </dgm:pt>
    <dgm:pt modelId="{76131B10-D1B0-491E-8F17-3D8AA226E0B3}" type="pres">
      <dgm:prSet presAssocID="{27CD36B1-0E0B-4ABA-ABCB-288F2C9E2DC9}" presName="desTx" presStyleLbl="revTx" presStyleIdx="2" presStyleCnt="18">
        <dgm:presLayoutVars>
          <dgm:bulletEnabled val="1"/>
        </dgm:presLayoutVars>
      </dgm:prSet>
      <dgm:spPr/>
    </dgm:pt>
    <dgm:pt modelId="{7DB28B2E-E637-4E70-AD48-AB3F145E6D88}" type="pres">
      <dgm:prSet presAssocID="{27CD36B1-0E0B-4ABA-ABCB-288F2C9E2DC9}" presName="desBackupRightNorm" presStyleCnt="0"/>
      <dgm:spPr/>
    </dgm:pt>
    <dgm:pt modelId="{104F1F78-B0EA-46F5-80D7-51C397678BE4}" type="pres">
      <dgm:prSet presAssocID="{18F8ECF6-33A9-452D-9F41-5C01054DDA42}" presName="desSpace" presStyleCnt="0"/>
      <dgm:spPr/>
    </dgm:pt>
    <dgm:pt modelId="{8AE27E61-7FEE-4D72-89FB-B33FD4DBEF37}" type="pres">
      <dgm:prSet presAssocID="{B117579F-3172-4837-8052-C96FE3E92213}" presName="parComposite" presStyleCnt="0"/>
      <dgm:spPr/>
    </dgm:pt>
    <dgm:pt modelId="{1A1B2C4B-B1AF-4914-BA74-D77A74321F6D}" type="pres">
      <dgm:prSet presAssocID="{B117579F-3172-4837-8052-C96FE3E92213}" presName="parBigCircle" presStyleLbl="node0" presStyleIdx="1" presStyleCnt="6"/>
      <dgm:spPr/>
    </dgm:pt>
    <dgm:pt modelId="{674D326D-980D-4EAE-8718-54D436AD70BB}" type="pres">
      <dgm:prSet presAssocID="{B117579F-3172-4837-8052-C96FE3E92213}" presName="parTx" presStyleLbl="revTx" presStyleIdx="3" presStyleCnt="18"/>
      <dgm:spPr/>
      <dgm:t>
        <a:bodyPr/>
        <a:lstStyle/>
        <a:p>
          <a:endParaRPr lang="zh-CN" altLang="en-US"/>
        </a:p>
      </dgm:t>
    </dgm:pt>
    <dgm:pt modelId="{EB667CC2-B2AB-4317-9980-5E210206A7E1}" type="pres">
      <dgm:prSet presAssocID="{B117579F-3172-4837-8052-C96FE3E92213}" presName="bSpace" presStyleCnt="0"/>
      <dgm:spPr/>
    </dgm:pt>
    <dgm:pt modelId="{3BC13DCF-1C49-40AE-AE65-0978B5BA874F}" type="pres">
      <dgm:prSet presAssocID="{B117579F-3172-4837-8052-C96FE3E92213}" presName="parBackupNorm" presStyleCnt="0"/>
      <dgm:spPr/>
    </dgm:pt>
    <dgm:pt modelId="{76CD20FD-5A2B-4CEB-B317-518316916950}" type="pres">
      <dgm:prSet presAssocID="{E1CAED68-694D-409C-8E40-0C344C008673}" presName="parSpace" presStyleCnt="0"/>
      <dgm:spPr/>
    </dgm:pt>
    <dgm:pt modelId="{CCD12751-D9E3-4387-BBF9-8F2AF6D49D1B}" type="pres">
      <dgm:prSet presAssocID="{4197E540-D10F-4BDA-84C9-B2027B240EEB}" presName="desBackupLeftNorm" presStyleCnt="0"/>
      <dgm:spPr/>
    </dgm:pt>
    <dgm:pt modelId="{B394CEEB-24B6-4BA8-A206-1534BEDAD694}" type="pres">
      <dgm:prSet presAssocID="{4197E540-D10F-4BDA-84C9-B2027B240EEB}" presName="desComposite" presStyleCnt="0"/>
      <dgm:spPr/>
    </dgm:pt>
    <dgm:pt modelId="{51C5ACA6-33FD-4668-B3B1-157C98F240BE}" type="pres">
      <dgm:prSet presAssocID="{4197E540-D10F-4BDA-84C9-B2027B240EEB}" presName="desCircle" presStyleLbl="node1" presStyleIdx="1" presStyleCnt="6"/>
      <dgm:spPr/>
    </dgm:pt>
    <dgm:pt modelId="{D80838CA-4B5F-4759-A83E-18025D22CD8E}" type="pres">
      <dgm:prSet presAssocID="{4197E540-D10F-4BDA-84C9-B2027B240EEB}" presName="chTx" presStyleLbl="revTx" presStyleIdx="4" presStyleCnt="18"/>
      <dgm:spPr>
        <a:prstGeom prst="rect">
          <a:avLst/>
        </a:prstGeom>
      </dgm:spPr>
      <dgm:t>
        <a:bodyPr/>
        <a:lstStyle/>
        <a:p>
          <a:endParaRPr lang="zh-CN"/>
        </a:p>
      </dgm:t>
    </dgm:pt>
    <dgm:pt modelId="{47163255-F5AC-461E-9A86-3B86DCAB719C}" type="pres">
      <dgm:prSet presAssocID="{4197E540-D10F-4BDA-84C9-B2027B240EEB}" presName="desTx" presStyleLbl="revTx" presStyleIdx="5" presStyleCnt="18">
        <dgm:presLayoutVars>
          <dgm:bulletEnabled val="1"/>
        </dgm:presLayoutVars>
      </dgm:prSet>
      <dgm:spPr/>
    </dgm:pt>
    <dgm:pt modelId="{88A42219-4A4E-4479-8CC6-055AA19695B3}" type="pres">
      <dgm:prSet presAssocID="{4197E540-D10F-4BDA-84C9-B2027B240EEB}" presName="desBackupRightNorm" presStyleCnt="0"/>
      <dgm:spPr/>
    </dgm:pt>
    <dgm:pt modelId="{B7BAD771-7165-4F0A-8CDC-9C674DDAC5A6}" type="pres">
      <dgm:prSet presAssocID="{6EE9F422-00AE-4222-BD4F-062656D802FD}" presName="desSpace" presStyleCnt="0"/>
      <dgm:spPr/>
    </dgm:pt>
    <dgm:pt modelId="{C15A6055-885F-4223-8889-DE40F9C71E47}" type="pres">
      <dgm:prSet presAssocID="{5A22019F-6F97-4DC3-963A-583D3D54A632}" presName="parComposite" presStyleCnt="0"/>
      <dgm:spPr/>
    </dgm:pt>
    <dgm:pt modelId="{9125244F-CAD2-40B8-B03E-EE53F57528C6}" type="pres">
      <dgm:prSet presAssocID="{5A22019F-6F97-4DC3-963A-583D3D54A632}" presName="parBigCircle" presStyleLbl="node0" presStyleIdx="2" presStyleCnt="6"/>
      <dgm:spPr/>
    </dgm:pt>
    <dgm:pt modelId="{7D6BBD8D-95C7-4AC1-BA07-93F97F0B736B}" type="pres">
      <dgm:prSet presAssocID="{5A22019F-6F97-4DC3-963A-583D3D54A632}" presName="parTx" presStyleLbl="revTx" presStyleIdx="6" presStyleCnt="18"/>
      <dgm:spPr>
        <a:prstGeom prst="rect">
          <a:avLst/>
        </a:prstGeom>
      </dgm:spPr>
      <dgm:t>
        <a:bodyPr/>
        <a:lstStyle/>
        <a:p>
          <a:endParaRPr lang="zh-CN"/>
        </a:p>
      </dgm:t>
    </dgm:pt>
    <dgm:pt modelId="{5AE3A114-82A7-404F-9E4B-DAE75E8E67F0}" type="pres">
      <dgm:prSet presAssocID="{5A22019F-6F97-4DC3-963A-583D3D54A632}" presName="bSpace" presStyleCnt="0"/>
      <dgm:spPr/>
    </dgm:pt>
    <dgm:pt modelId="{618FA1BC-D374-4EBB-922E-5A921DD9E5E1}" type="pres">
      <dgm:prSet presAssocID="{5A22019F-6F97-4DC3-963A-583D3D54A632}" presName="parBackupNorm" presStyleCnt="0"/>
      <dgm:spPr/>
    </dgm:pt>
    <dgm:pt modelId="{8ADF5B02-C638-4F58-9A6C-30C09AC73306}" type="pres">
      <dgm:prSet presAssocID="{40C46F67-A448-4DFF-9ACB-C354C5196E83}" presName="parSpace" presStyleCnt="0"/>
      <dgm:spPr/>
    </dgm:pt>
    <dgm:pt modelId="{02FA4610-B442-40C7-9DF1-5F9F97BE02EF}" type="pres">
      <dgm:prSet presAssocID="{0AE14328-0EE2-49D7-98C5-68FCA23BDFFA}" presName="desBackupLeftNorm" presStyleCnt="0"/>
      <dgm:spPr/>
    </dgm:pt>
    <dgm:pt modelId="{4FA3D958-E36A-4F8D-B2D9-8F7D4695CA93}" type="pres">
      <dgm:prSet presAssocID="{0AE14328-0EE2-49D7-98C5-68FCA23BDFFA}" presName="desComposite" presStyleCnt="0"/>
      <dgm:spPr/>
    </dgm:pt>
    <dgm:pt modelId="{49AD36DC-D62B-4D81-B989-C0C6E821265F}" type="pres">
      <dgm:prSet presAssocID="{0AE14328-0EE2-49D7-98C5-68FCA23BDFFA}" presName="desCircle" presStyleLbl="node1" presStyleIdx="2" presStyleCnt="6"/>
      <dgm:spPr/>
    </dgm:pt>
    <dgm:pt modelId="{BCF3A686-42B8-400D-ADAB-FFC1CE9C6893}" type="pres">
      <dgm:prSet presAssocID="{0AE14328-0EE2-49D7-98C5-68FCA23BDFFA}" presName="chTx" presStyleLbl="revTx" presStyleIdx="7" presStyleCnt="18"/>
      <dgm:spPr>
        <a:prstGeom prst="rect">
          <a:avLst/>
        </a:prstGeom>
      </dgm:spPr>
      <dgm:t>
        <a:bodyPr/>
        <a:lstStyle/>
        <a:p>
          <a:endParaRPr lang="zh-CN"/>
        </a:p>
      </dgm:t>
    </dgm:pt>
    <dgm:pt modelId="{C5E960F3-64F7-451A-9F71-5CC76AE5F505}" type="pres">
      <dgm:prSet presAssocID="{0AE14328-0EE2-49D7-98C5-68FCA23BDFFA}" presName="desTx" presStyleLbl="revTx" presStyleIdx="8" presStyleCnt="18">
        <dgm:presLayoutVars>
          <dgm:bulletEnabled val="1"/>
        </dgm:presLayoutVars>
      </dgm:prSet>
      <dgm:spPr/>
    </dgm:pt>
    <dgm:pt modelId="{B3721555-6618-4C3A-BD1F-E92CFD9683AB}" type="pres">
      <dgm:prSet presAssocID="{0AE14328-0EE2-49D7-98C5-68FCA23BDFFA}" presName="desBackupRightNorm" presStyleCnt="0"/>
      <dgm:spPr/>
    </dgm:pt>
    <dgm:pt modelId="{5AE349D2-CEB4-4AC6-AE04-44A62924D7CF}" type="pres">
      <dgm:prSet presAssocID="{5E40F6E7-1E16-499D-BD19-570269F4F62E}" presName="desSpace" presStyleCnt="0"/>
      <dgm:spPr/>
    </dgm:pt>
    <dgm:pt modelId="{98C1E74A-8C95-49B9-99D3-43E036DDBE09}" type="pres">
      <dgm:prSet presAssocID="{7FC2D584-30A6-449E-B7CA-341F5F62FAF5}" presName="parComposite" presStyleCnt="0"/>
      <dgm:spPr/>
    </dgm:pt>
    <dgm:pt modelId="{625298DF-66F0-44EC-B355-04318A84B0F2}" type="pres">
      <dgm:prSet presAssocID="{7FC2D584-30A6-449E-B7CA-341F5F62FAF5}" presName="parBigCircle" presStyleLbl="node0" presStyleIdx="3" presStyleCnt="6"/>
      <dgm:spPr/>
    </dgm:pt>
    <dgm:pt modelId="{2B4BD85E-C901-45C5-8EB9-6B9FEE12A7BE}" type="pres">
      <dgm:prSet presAssocID="{7FC2D584-30A6-449E-B7CA-341F5F62FAF5}" presName="parTx" presStyleLbl="revTx" presStyleIdx="9" presStyleCnt="18"/>
      <dgm:spPr>
        <a:prstGeom prst="rect">
          <a:avLst/>
        </a:prstGeom>
      </dgm:spPr>
      <dgm:t>
        <a:bodyPr/>
        <a:lstStyle/>
        <a:p>
          <a:endParaRPr lang="zh-CN"/>
        </a:p>
      </dgm:t>
    </dgm:pt>
    <dgm:pt modelId="{761EFD8F-410E-414C-A480-BA932E71A143}" type="pres">
      <dgm:prSet presAssocID="{7FC2D584-30A6-449E-B7CA-341F5F62FAF5}" presName="bSpace" presStyleCnt="0"/>
      <dgm:spPr/>
    </dgm:pt>
    <dgm:pt modelId="{B82C08B3-DB74-4E36-B2E9-76F2AEEFB24B}" type="pres">
      <dgm:prSet presAssocID="{7FC2D584-30A6-449E-B7CA-341F5F62FAF5}" presName="parBackupNorm" presStyleCnt="0"/>
      <dgm:spPr/>
    </dgm:pt>
    <dgm:pt modelId="{E0DB4E77-87D5-45B6-AD70-2CE9930ABB87}" type="pres">
      <dgm:prSet presAssocID="{9BCC6C0B-54DD-42A5-A6A4-57FEEA70C7B5}" presName="parSpace" presStyleCnt="0"/>
      <dgm:spPr/>
    </dgm:pt>
    <dgm:pt modelId="{050B9D53-6469-4729-A9BE-E42DCEA4252C}" type="pres">
      <dgm:prSet presAssocID="{65A643D8-FAD8-427F-B77E-324519DFF77F}" presName="desBackupLeftNorm" presStyleCnt="0"/>
      <dgm:spPr/>
    </dgm:pt>
    <dgm:pt modelId="{A169135A-8620-4269-A500-0BFE5F166735}" type="pres">
      <dgm:prSet presAssocID="{65A643D8-FAD8-427F-B77E-324519DFF77F}" presName="desComposite" presStyleCnt="0"/>
      <dgm:spPr/>
    </dgm:pt>
    <dgm:pt modelId="{DF89BFF2-B2D4-4325-85A2-579AFC2E967F}" type="pres">
      <dgm:prSet presAssocID="{65A643D8-FAD8-427F-B77E-324519DFF77F}" presName="desCircle" presStyleLbl="node1" presStyleIdx="3" presStyleCnt="6"/>
      <dgm:spPr/>
    </dgm:pt>
    <dgm:pt modelId="{DB665163-915F-40A6-83DE-D9E80507F79D}" type="pres">
      <dgm:prSet presAssocID="{65A643D8-FAD8-427F-B77E-324519DFF77F}" presName="chTx" presStyleLbl="revTx" presStyleIdx="10" presStyleCnt="18"/>
      <dgm:spPr>
        <a:prstGeom prst="rect">
          <a:avLst/>
        </a:prstGeom>
      </dgm:spPr>
      <dgm:t>
        <a:bodyPr/>
        <a:lstStyle/>
        <a:p>
          <a:endParaRPr lang="zh-CN"/>
        </a:p>
      </dgm:t>
    </dgm:pt>
    <dgm:pt modelId="{B929AC72-0696-4EEE-AFB6-7E192A81CD7E}" type="pres">
      <dgm:prSet presAssocID="{65A643D8-FAD8-427F-B77E-324519DFF77F}" presName="desTx" presStyleLbl="revTx" presStyleIdx="11" presStyleCnt="18">
        <dgm:presLayoutVars>
          <dgm:bulletEnabled val="1"/>
        </dgm:presLayoutVars>
      </dgm:prSet>
      <dgm:spPr/>
    </dgm:pt>
    <dgm:pt modelId="{4C54F472-8EC0-43AD-AD8B-7B532BC9203C}" type="pres">
      <dgm:prSet presAssocID="{65A643D8-FAD8-427F-B77E-324519DFF77F}" presName="desBackupRightNorm" presStyleCnt="0"/>
      <dgm:spPr/>
    </dgm:pt>
    <dgm:pt modelId="{A5C2DB3F-F2F5-4831-9AD1-C5C2EEE15AC9}" type="pres">
      <dgm:prSet presAssocID="{A1CFAE85-B44C-4654-BCFF-0F4929233B2A}" presName="desSpace" presStyleCnt="0"/>
      <dgm:spPr/>
    </dgm:pt>
    <dgm:pt modelId="{4EF7231C-C9F1-4F91-8D1C-C63638405F91}" type="pres">
      <dgm:prSet presAssocID="{1EAF32EF-2685-41DE-B527-A19EA257EFF2}" presName="parComposite" presStyleCnt="0"/>
      <dgm:spPr/>
    </dgm:pt>
    <dgm:pt modelId="{4AF980F5-1CFE-4F1C-8701-2120CCF8F1AB}" type="pres">
      <dgm:prSet presAssocID="{1EAF32EF-2685-41DE-B527-A19EA257EFF2}" presName="parBigCircle" presStyleLbl="node0" presStyleIdx="4" presStyleCnt="6"/>
      <dgm:spPr/>
    </dgm:pt>
    <dgm:pt modelId="{C21B92A9-8E32-499C-902E-F133C5092D1A}" type="pres">
      <dgm:prSet presAssocID="{1EAF32EF-2685-41DE-B527-A19EA257EFF2}" presName="parTx" presStyleLbl="revTx" presStyleIdx="12" presStyleCnt="18"/>
      <dgm:spPr>
        <a:prstGeom prst="rect">
          <a:avLst/>
        </a:prstGeom>
      </dgm:spPr>
      <dgm:t>
        <a:bodyPr/>
        <a:lstStyle/>
        <a:p>
          <a:endParaRPr lang="zh-CN"/>
        </a:p>
      </dgm:t>
    </dgm:pt>
    <dgm:pt modelId="{1092A734-3D43-4CCE-BAAB-D03B6FB8C520}" type="pres">
      <dgm:prSet presAssocID="{1EAF32EF-2685-41DE-B527-A19EA257EFF2}" presName="bSpace" presStyleCnt="0"/>
      <dgm:spPr/>
    </dgm:pt>
    <dgm:pt modelId="{8D515D9C-EF43-47B9-AC9A-09A87EDF6F3D}" type="pres">
      <dgm:prSet presAssocID="{1EAF32EF-2685-41DE-B527-A19EA257EFF2}" presName="parBackupNorm" presStyleCnt="0"/>
      <dgm:spPr/>
    </dgm:pt>
    <dgm:pt modelId="{FAD7D391-55A1-4EEA-A99A-64E1406DFE67}" type="pres">
      <dgm:prSet presAssocID="{C8B63689-AE32-480F-B66B-8481F7137AF6}" presName="parSpace" presStyleCnt="0"/>
      <dgm:spPr/>
    </dgm:pt>
    <dgm:pt modelId="{56DDD952-6F6A-4029-9D17-840952762844}" type="pres">
      <dgm:prSet presAssocID="{8A6DB3FE-C39B-447E-9F35-B0AA149632E9}" presName="desBackupLeftNorm" presStyleCnt="0"/>
      <dgm:spPr/>
    </dgm:pt>
    <dgm:pt modelId="{BCEAA212-1E21-473A-810B-7B4A20144AC7}" type="pres">
      <dgm:prSet presAssocID="{8A6DB3FE-C39B-447E-9F35-B0AA149632E9}" presName="desComposite" presStyleCnt="0"/>
      <dgm:spPr/>
    </dgm:pt>
    <dgm:pt modelId="{E29272B0-1840-4ADB-9A86-4D800BA7660B}" type="pres">
      <dgm:prSet presAssocID="{8A6DB3FE-C39B-447E-9F35-B0AA149632E9}" presName="desCircle" presStyleLbl="node1" presStyleIdx="4" presStyleCnt="6"/>
      <dgm:spPr/>
    </dgm:pt>
    <dgm:pt modelId="{C289158A-F0C2-472A-B26B-AE3903472886}" type="pres">
      <dgm:prSet presAssocID="{8A6DB3FE-C39B-447E-9F35-B0AA149632E9}" presName="chTx" presStyleLbl="revTx" presStyleIdx="13" presStyleCnt="18"/>
      <dgm:spPr>
        <a:prstGeom prst="rect">
          <a:avLst/>
        </a:prstGeom>
      </dgm:spPr>
      <dgm:t>
        <a:bodyPr/>
        <a:lstStyle/>
        <a:p>
          <a:endParaRPr lang="zh-CN"/>
        </a:p>
      </dgm:t>
    </dgm:pt>
    <dgm:pt modelId="{C83A00C4-4E87-475C-B373-0648A481D8EB}" type="pres">
      <dgm:prSet presAssocID="{8A6DB3FE-C39B-447E-9F35-B0AA149632E9}" presName="desTx" presStyleLbl="revTx" presStyleIdx="14" presStyleCnt="18">
        <dgm:presLayoutVars>
          <dgm:bulletEnabled val="1"/>
        </dgm:presLayoutVars>
      </dgm:prSet>
      <dgm:spPr/>
    </dgm:pt>
    <dgm:pt modelId="{A93CA49B-3551-4E15-9F16-87C9D8940AB2}" type="pres">
      <dgm:prSet presAssocID="{8A6DB3FE-C39B-447E-9F35-B0AA149632E9}" presName="desBackupRightNorm" presStyleCnt="0"/>
      <dgm:spPr/>
    </dgm:pt>
    <dgm:pt modelId="{4BAB3AD8-192C-45AF-ABFF-EB2AC676A747}" type="pres">
      <dgm:prSet presAssocID="{092AA806-E93B-48B2-8CC6-74C5945CE54C}" presName="desSpace" presStyleCnt="0"/>
      <dgm:spPr/>
    </dgm:pt>
    <dgm:pt modelId="{BDD180BB-E7D6-424B-BB10-543442B20526}" type="pres">
      <dgm:prSet presAssocID="{C4843CC7-1E96-4B59-9DC6-ACB4F823B6CA}" presName="parComposite" presStyleCnt="0"/>
      <dgm:spPr/>
    </dgm:pt>
    <dgm:pt modelId="{C91E5157-B099-45D6-9AF6-5D780FCC0741}" type="pres">
      <dgm:prSet presAssocID="{C4843CC7-1E96-4B59-9DC6-ACB4F823B6CA}" presName="parBigCircle" presStyleLbl="node0" presStyleIdx="5" presStyleCnt="6"/>
      <dgm:spPr/>
    </dgm:pt>
    <dgm:pt modelId="{BD32F408-1A1D-4F3B-9E8F-4018961D8EE0}" type="pres">
      <dgm:prSet presAssocID="{C4843CC7-1E96-4B59-9DC6-ACB4F823B6CA}" presName="parTx" presStyleLbl="revTx" presStyleIdx="15" presStyleCnt="18"/>
      <dgm:spPr>
        <a:prstGeom prst="rect">
          <a:avLst/>
        </a:prstGeom>
      </dgm:spPr>
      <dgm:t>
        <a:bodyPr/>
        <a:lstStyle/>
        <a:p>
          <a:endParaRPr lang="zh-CN"/>
        </a:p>
      </dgm:t>
    </dgm:pt>
    <dgm:pt modelId="{AFA50EA1-01B9-4434-81F0-09F78468F491}" type="pres">
      <dgm:prSet presAssocID="{C4843CC7-1E96-4B59-9DC6-ACB4F823B6CA}" presName="bSpace" presStyleCnt="0"/>
      <dgm:spPr/>
    </dgm:pt>
    <dgm:pt modelId="{A8705CB7-3A00-47B5-9D67-6B49167A9F5F}" type="pres">
      <dgm:prSet presAssocID="{C4843CC7-1E96-4B59-9DC6-ACB4F823B6CA}" presName="parBackupNorm" presStyleCnt="0"/>
      <dgm:spPr/>
    </dgm:pt>
    <dgm:pt modelId="{5F85F400-DB07-4C0F-B47D-3E3A119A97E2}" type="pres">
      <dgm:prSet presAssocID="{E03609D5-4748-4E3C-8F59-7CA6A6BDD666}" presName="parSpace" presStyleCnt="0"/>
      <dgm:spPr/>
    </dgm:pt>
    <dgm:pt modelId="{4CC69F9E-9C44-4FE7-A5D1-837B7F7500F9}" type="pres">
      <dgm:prSet presAssocID="{EA1701F6-7B57-4B04-9E00-64FC8D153085}" presName="desBackupLeftNorm" presStyleCnt="0"/>
      <dgm:spPr/>
    </dgm:pt>
    <dgm:pt modelId="{DC1E3BC9-F45A-46BD-AE86-CB151878B25B}" type="pres">
      <dgm:prSet presAssocID="{EA1701F6-7B57-4B04-9E00-64FC8D153085}" presName="desComposite" presStyleCnt="0"/>
      <dgm:spPr/>
    </dgm:pt>
    <dgm:pt modelId="{FA37A83F-DCFE-4930-B762-BA4ACC7C2CF7}" type="pres">
      <dgm:prSet presAssocID="{EA1701F6-7B57-4B04-9E00-64FC8D153085}" presName="desCircle" presStyleLbl="node1" presStyleIdx="5" presStyleCnt="6"/>
      <dgm:spPr/>
    </dgm:pt>
    <dgm:pt modelId="{C74C4CD4-620A-4D12-877A-4F2671E6851F}" type="pres">
      <dgm:prSet presAssocID="{EA1701F6-7B57-4B04-9E00-64FC8D153085}" presName="chTx" presStyleLbl="revTx" presStyleIdx="16" presStyleCnt="18"/>
      <dgm:spPr>
        <a:prstGeom prst="rect">
          <a:avLst/>
        </a:prstGeom>
      </dgm:spPr>
      <dgm:t>
        <a:bodyPr/>
        <a:lstStyle/>
        <a:p>
          <a:endParaRPr lang="zh-CN"/>
        </a:p>
      </dgm:t>
    </dgm:pt>
    <dgm:pt modelId="{FCF7FA09-DF88-4A61-9695-0DC36D268D20}" type="pres">
      <dgm:prSet presAssocID="{EA1701F6-7B57-4B04-9E00-64FC8D153085}" presName="desTx" presStyleLbl="revTx" presStyleIdx="17" presStyleCnt="18">
        <dgm:presLayoutVars>
          <dgm:bulletEnabled val="1"/>
        </dgm:presLayoutVars>
      </dgm:prSet>
      <dgm:spPr/>
    </dgm:pt>
    <dgm:pt modelId="{7F95D454-9277-4E23-8DA0-31E0BC467B99}" type="pres">
      <dgm:prSet presAssocID="{EA1701F6-7B57-4B04-9E00-64FC8D153085}" presName="desBackupRightNorm" presStyleCnt="0"/>
      <dgm:spPr/>
    </dgm:pt>
    <dgm:pt modelId="{55B19629-49BD-483E-9F18-BA61677B354C}" type="pres">
      <dgm:prSet presAssocID="{7CDBA56F-B9FD-42B0-9B00-3DC230E39858}" presName="desSpace" presStyleCnt="0"/>
      <dgm:spPr/>
    </dgm:pt>
  </dgm:ptLst>
  <dgm:cxnLst>
    <dgm:cxn modelId="{39AF9F84-592C-4715-B816-2A454335FA6D}" srcId="{E4EAE2BA-E6E9-47BE-90DA-7CC8F543793A}" destId="{5A22019F-6F97-4DC3-963A-583D3D54A632}" srcOrd="2" destOrd="0" parTransId="{B9D94E7B-0198-4684-BCA7-D1F15AB8F901}" sibTransId="{40C46F67-A448-4DFF-9ACB-C354C5196E83}"/>
    <dgm:cxn modelId="{59B5F25D-30E8-4569-8419-4CD75F6417C0}" type="presOf" srcId="{65A643D8-FAD8-427F-B77E-324519DFF77F}" destId="{DB665163-915F-40A6-83DE-D9E80507F79D}" srcOrd="0" destOrd="0" presId="urn:microsoft.com/office/officeart/2008/layout/CircleAccentTimeline"/>
    <dgm:cxn modelId="{DE067B6E-5705-40C5-95E8-34489ECF6FE3}" srcId="{1EAF32EF-2685-41DE-B527-A19EA257EFF2}" destId="{8A6DB3FE-C39B-447E-9F35-B0AA149632E9}" srcOrd="0" destOrd="0" parTransId="{59337257-76BB-40A8-A3C4-453905802E16}" sibTransId="{092AA806-E93B-48B2-8CC6-74C5945CE54C}"/>
    <dgm:cxn modelId="{C6F2B1DC-45B7-4671-950A-8EB8536BE227}" type="presOf" srcId="{0AE14328-0EE2-49D7-98C5-68FCA23BDFFA}" destId="{BCF3A686-42B8-400D-ADAB-FFC1CE9C6893}" srcOrd="0" destOrd="0" presId="urn:microsoft.com/office/officeart/2008/layout/CircleAccentTimeline"/>
    <dgm:cxn modelId="{037D1ED7-9660-475E-907C-F4AD249CA9F1}" srcId="{B117579F-3172-4837-8052-C96FE3E92213}" destId="{4197E540-D10F-4BDA-84C9-B2027B240EEB}" srcOrd="0" destOrd="0" parTransId="{78BB0D03-C1B0-4614-BB63-23D6CFFED62B}" sibTransId="{6EE9F422-00AE-4222-BD4F-062656D802FD}"/>
    <dgm:cxn modelId="{E018242C-1169-433E-8AA7-F111377B7F25}" type="presOf" srcId="{5A22019F-6F97-4DC3-963A-583D3D54A632}" destId="{7D6BBD8D-95C7-4AC1-BA07-93F97F0B736B}" srcOrd="0" destOrd="0" presId="urn:microsoft.com/office/officeart/2008/layout/CircleAccentTimeline"/>
    <dgm:cxn modelId="{5943E10D-D01C-48EB-A84E-085470923B17}" type="presOf" srcId="{1EAF32EF-2685-41DE-B527-A19EA257EFF2}" destId="{C21B92A9-8E32-499C-902E-F133C5092D1A}" srcOrd="0" destOrd="0" presId="urn:microsoft.com/office/officeart/2008/layout/CircleAccentTimeline"/>
    <dgm:cxn modelId="{3603CE7F-B3FC-4746-835B-FEBA7784AF37}" srcId="{7FC2D584-30A6-449E-B7CA-341F5F62FAF5}" destId="{65A643D8-FAD8-427F-B77E-324519DFF77F}" srcOrd="0" destOrd="0" parTransId="{9B490BD3-91C5-4AD9-B795-4720D22F1C89}" sibTransId="{A1CFAE85-B44C-4654-BCFF-0F4929233B2A}"/>
    <dgm:cxn modelId="{863EFA21-C54E-4210-BDE7-A560B0A519BC}" srcId="{E4EAE2BA-E6E9-47BE-90DA-7CC8F543793A}" destId="{744753AB-D893-4316-BFC3-F9FDB847355A}" srcOrd="0" destOrd="0" parTransId="{4F23A9AC-6D0F-45B0-9264-B0CDB1165326}" sibTransId="{6A235716-E6C4-4C48-BBF8-9EDE254CFC59}"/>
    <dgm:cxn modelId="{14650854-4170-4942-A8CA-8BDABCA8AAC5}" type="presOf" srcId="{8A6DB3FE-C39B-447E-9F35-B0AA149632E9}" destId="{C289158A-F0C2-472A-B26B-AE3903472886}" srcOrd="0" destOrd="0" presId="urn:microsoft.com/office/officeart/2008/layout/CircleAccentTimeline"/>
    <dgm:cxn modelId="{29AFF724-CA27-4788-8EDC-9CA3F39AD51A}" type="presOf" srcId="{7FC2D584-30A6-449E-B7CA-341F5F62FAF5}" destId="{2B4BD85E-C901-45C5-8EB9-6B9FEE12A7BE}" srcOrd="0" destOrd="0" presId="urn:microsoft.com/office/officeart/2008/layout/CircleAccentTimeline"/>
    <dgm:cxn modelId="{880B01CE-D12B-4982-8970-2E587779E38A}" srcId="{744753AB-D893-4316-BFC3-F9FDB847355A}" destId="{27CD36B1-0E0B-4ABA-ABCB-288F2C9E2DC9}" srcOrd="0" destOrd="0" parTransId="{5C483E7F-5130-4220-A8C0-C9E7B9C77FAA}" sibTransId="{18F8ECF6-33A9-452D-9F41-5C01054DDA42}"/>
    <dgm:cxn modelId="{6BF08915-1464-4211-A240-45D1ADE87FEB}" type="presOf" srcId="{27CD36B1-0E0B-4ABA-ABCB-288F2C9E2DC9}" destId="{2482210D-4F2F-435E-A11D-371BBB750FCB}" srcOrd="0" destOrd="0" presId="urn:microsoft.com/office/officeart/2008/layout/CircleAccentTimeline"/>
    <dgm:cxn modelId="{E9B384BE-395A-414F-86A0-496E38C1C3CC}" type="presOf" srcId="{744753AB-D893-4316-BFC3-F9FDB847355A}" destId="{04BACD90-9830-4A1B-97D6-187F0E533766}" srcOrd="0" destOrd="0" presId="urn:microsoft.com/office/officeart/2008/layout/CircleAccentTimeline"/>
    <dgm:cxn modelId="{270815E9-4A88-4DB4-9040-920BB982ABD8}" srcId="{E4EAE2BA-E6E9-47BE-90DA-7CC8F543793A}" destId="{1EAF32EF-2685-41DE-B527-A19EA257EFF2}" srcOrd="4" destOrd="0" parTransId="{180ECF10-61BF-4891-A06A-93E397C04263}" sibTransId="{C8B63689-AE32-480F-B66B-8481F7137AF6}"/>
    <dgm:cxn modelId="{4E6CF8B6-3BDF-44AC-84F1-C22534B9AB33}" type="presOf" srcId="{4197E540-D10F-4BDA-84C9-B2027B240EEB}" destId="{D80838CA-4B5F-4759-A83E-18025D22CD8E}" srcOrd="0" destOrd="0" presId="urn:microsoft.com/office/officeart/2008/layout/CircleAccentTimeline"/>
    <dgm:cxn modelId="{7B499043-54DA-41CA-902C-2E1F7343C8CF}" type="presOf" srcId="{E4EAE2BA-E6E9-47BE-90DA-7CC8F543793A}" destId="{C666E99A-EA2A-4513-B163-536A725EC1D4}" srcOrd="0" destOrd="0" presId="urn:microsoft.com/office/officeart/2008/layout/CircleAccentTimeline"/>
    <dgm:cxn modelId="{A81889D7-B4F1-469E-A91B-D36894BED34C}" srcId="{E4EAE2BA-E6E9-47BE-90DA-7CC8F543793A}" destId="{C4843CC7-1E96-4B59-9DC6-ACB4F823B6CA}" srcOrd="5" destOrd="0" parTransId="{B45DE71B-8C61-4A29-BBB0-5AA953CF7542}" sibTransId="{E03609D5-4748-4E3C-8F59-7CA6A6BDD666}"/>
    <dgm:cxn modelId="{CF1040A0-C48E-458F-8677-C8F9CD1F9ACB}" srcId="{E4EAE2BA-E6E9-47BE-90DA-7CC8F543793A}" destId="{B117579F-3172-4837-8052-C96FE3E92213}" srcOrd="1" destOrd="0" parTransId="{448C9103-6AF6-4EE2-9022-F70A54726CD5}" sibTransId="{E1CAED68-694D-409C-8E40-0C344C008673}"/>
    <dgm:cxn modelId="{AA493673-DAC7-4571-B247-A7E1C831035C}" srcId="{C4843CC7-1E96-4B59-9DC6-ACB4F823B6CA}" destId="{EA1701F6-7B57-4B04-9E00-64FC8D153085}" srcOrd="0" destOrd="0" parTransId="{A6530B81-68FB-4CB6-934B-339EA4E796B5}" sibTransId="{7CDBA56F-B9FD-42B0-9B00-3DC230E39858}"/>
    <dgm:cxn modelId="{B4B25CA1-CE95-45E6-AB63-0DF1EBA23F1D}" type="presOf" srcId="{EA1701F6-7B57-4B04-9E00-64FC8D153085}" destId="{C74C4CD4-620A-4D12-877A-4F2671E6851F}" srcOrd="0" destOrd="0" presId="urn:microsoft.com/office/officeart/2008/layout/CircleAccentTimeline"/>
    <dgm:cxn modelId="{D6CB384A-90A6-45E8-AD86-D97C41743D3D}" type="presOf" srcId="{B117579F-3172-4837-8052-C96FE3E92213}" destId="{674D326D-980D-4EAE-8718-54D436AD70BB}" srcOrd="0" destOrd="0" presId="urn:microsoft.com/office/officeart/2008/layout/CircleAccentTimeline"/>
    <dgm:cxn modelId="{283F8578-61AB-4F3A-B8D5-79928B6E421A}" srcId="{E4EAE2BA-E6E9-47BE-90DA-7CC8F543793A}" destId="{7FC2D584-30A6-449E-B7CA-341F5F62FAF5}" srcOrd="3" destOrd="0" parTransId="{5B8A5422-3BF7-4359-9198-DC33B9CC121C}" sibTransId="{9BCC6C0B-54DD-42A5-A6A4-57FEEA70C7B5}"/>
    <dgm:cxn modelId="{B632C927-E97E-441C-97E1-63C23589AE7E}" type="presOf" srcId="{C4843CC7-1E96-4B59-9DC6-ACB4F823B6CA}" destId="{BD32F408-1A1D-4F3B-9E8F-4018961D8EE0}" srcOrd="0" destOrd="0" presId="urn:microsoft.com/office/officeart/2008/layout/CircleAccentTimeline"/>
    <dgm:cxn modelId="{8A722DB8-690F-4486-8D68-C5FBE3FBBBBD}" srcId="{5A22019F-6F97-4DC3-963A-583D3D54A632}" destId="{0AE14328-0EE2-49D7-98C5-68FCA23BDFFA}" srcOrd="0" destOrd="0" parTransId="{EA9DC085-EAD3-474C-B8A0-5119234F5699}" sibTransId="{5E40F6E7-1E16-499D-BD19-570269F4F62E}"/>
    <dgm:cxn modelId="{4AF66683-88FE-48A6-B4E6-0A85587DD088}" type="presParOf" srcId="{C666E99A-EA2A-4513-B163-536A725EC1D4}" destId="{C6B3E2C5-6D6C-496F-AB52-F7CC056EC993}" srcOrd="0" destOrd="0" presId="urn:microsoft.com/office/officeart/2008/layout/CircleAccentTimeline"/>
    <dgm:cxn modelId="{D96FE74E-F017-4CA0-9A42-2D62357701C1}" type="presParOf" srcId="{C6B3E2C5-6D6C-496F-AB52-F7CC056EC993}" destId="{9FE30771-6069-40B1-AF64-E56310F06FAB}" srcOrd="0" destOrd="0" presId="urn:microsoft.com/office/officeart/2008/layout/CircleAccentTimeline"/>
    <dgm:cxn modelId="{33B94E0A-2E12-4CA8-8FCE-CED153F1F8FC}" type="presParOf" srcId="{C6B3E2C5-6D6C-496F-AB52-F7CC056EC993}" destId="{04BACD90-9830-4A1B-97D6-187F0E533766}" srcOrd="1" destOrd="0" presId="urn:microsoft.com/office/officeart/2008/layout/CircleAccentTimeline"/>
    <dgm:cxn modelId="{EB592827-548E-423A-9683-EFFE60924664}" type="presParOf" srcId="{C6B3E2C5-6D6C-496F-AB52-F7CC056EC993}" destId="{2CE2FFB1-87B5-4B99-9256-0F90B78554C4}" srcOrd="2" destOrd="0" presId="urn:microsoft.com/office/officeart/2008/layout/CircleAccentTimeline"/>
    <dgm:cxn modelId="{8A2A86CA-94AB-447A-A09E-A1B0992C9B7A}" type="presParOf" srcId="{C666E99A-EA2A-4513-B163-536A725EC1D4}" destId="{02AF4702-8FC0-43A5-823C-4D55F5741771}" srcOrd="1" destOrd="0" presId="urn:microsoft.com/office/officeart/2008/layout/CircleAccentTimeline"/>
    <dgm:cxn modelId="{5E179F0D-8DA0-472F-9362-45C87BA8258E}" type="presParOf" srcId="{C666E99A-EA2A-4513-B163-536A725EC1D4}" destId="{A0766F71-7A2D-42C4-AEF4-F2F5600DB3E9}" srcOrd="2" destOrd="0" presId="urn:microsoft.com/office/officeart/2008/layout/CircleAccentTimeline"/>
    <dgm:cxn modelId="{64DCB860-F643-40BF-909F-A78D6A4AB5D5}" type="presParOf" srcId="{C666E99A-EA2A-4513-B163-536A725EC1D4}" destId="{2A4D7A28-35A9-4420-AE42-AAA3E22F9D0D}" srcOrd="3" destOrd="0" presId="urn:microsoft.com/office/officeart/2008/layout/CircleAccentTimeline"/>
    <dgm:cxn modelId="{1AEE7F9A-538D-4468-B691-2113440670DE}" type="presParOf" srcId="{C666E99A-EA2A-4513-B163-536A725EC1D4}" destId="{F73C5570-DF01-4FA7-975B-F58FD8B6177A}" srcOrd="4" destOrd="0" presId="urn:microsoft.com/office/officeart/2008/layout/CircleAccentTimeline"/>
    <dgm:cxn modelId="{E9B028CB-2E69-486C-9668-261D3EFD1FC6}" type="presParOf" srcId="{F73C5570-DF01-4FA7-975B-F58FD8B6177A}" destId="{85C2DF8B-FA99-44FA-9B26-A20E12B532F5}" srcOrd="0" destOrd="0" presId="urn:microsoft.com/office/officeart/2008/layout/CircleAccentTimeline"/>
    <dgm:cxn modelId="{29120524-B6FA-4A09-BAE9-287A26B9A9F7}" type="presParOf" srcId="{F73C5570-DF01-4FA7-975B-F58FD8B6177A}" destId="{2482210D-4F2F-435E-A11D-371BBB750FCB}" srcOrd="1" destOrd="0" presId="urn:microsoft.com/office/officeart/2008/layout/CircleAccentTimeline"/>
    <dgm:cxn modelId="{40146531-48D2-4DA0-B94A-067CB54D473C}" type="presParOf" srcId="{F73C5570-DF01-4FA7-975B-F58FD8B6177A}" destId="{76131B10-D1B0-491E-8F17-3D8AA226E0B3}" srcOrd="2" destOrd="0" presId="urn:microsoft.com/office/officeart/2008/layout/CircleAccentTimeline"/>
    <dgm:cxn modelId="{4BD02958-20AA-4FBC-BADC-111A91A35497}" type="presParOf" srcId="{C666E99A-EA2A-4513-B163-536A725EC1D4}" destId="{7DB28B2E-E637-4E70-AD48-AB3F145E6D88}" srcOrd="5" destOrd="0" presId="urn:microsoft.com/office/officeart/2008/layout/CircleAccentTimeline"/>
    <dgm:cxn modelId="{016C538D-889C-4A05-86FA-104AA714AEF3}" type="presParOf" srcId="{C666E99A-EA2A-4513-B163-536A725EC1D4}" destId="{104F1F78-B0EA-46F5-80D7-51C397678BE4}" srcOrd="6" destOrd="0" presId="urn:microsoft.com/office/officeart/2008/layout/CircleAccentTimeline"/>
    <dgm:cxn modelId="{C9BF8CE2-951F-49C5-86FE-CE5E62BB3F1D}" type="presParOf" srcId="{C666E99A-EA2A-4513-B163-536A725EC1D4}" destId="{8AE27E61-7FEE-4D72-89FB-B33FD4DBEF37}" srcOrd="7" destOrd="0" presId="urn:microsoft.com/office/officeart/2008/layout/CircleAccentTimeline"/>
    <dgm:cxn modelId="{ADF0BD2B-8B2F-4C1A-9C86-92A502358863}" type="presParOf" srcId="{8AE27E61-7FEE-4D72-89FB-B33FD4DBEF37}" destId="{1A1B2C4B-B1AF-4914-BA74-D77A74321F6D}" srcOrd="0" destOrd="0" presId="urn:microsoft.com/office/officeart/2008/layout/CircleAccentTimeline"/>
    <dgm:cxn modelId="{81B229B6-1463-4C2F-828B-9121DACD259E}" type="presParOf" srcId="{8AE27E61-7FEE-4D72-89FB-B33FD4DBEF37}" destId="{674D326D-980D-4EAE-8718-54D436AD70BB}" srcOrd="1" destOrd="0" presId="urn:microsoft.com/office/officeart/2008/layout/CircleAccentTimeline"/>
    <dgm:cxn modelId="{C2C1EF6E-D98C-4E9B-ADBB-72F9691D5929}" type="presParOf" srcId="{8AE27E61-7FEE-4D72-89FB-B33FD4DBEF37}" destId="{EB667CC2-B2AB-4317-9980-5E210206A7E1}" srcOrd="2" destOrd="0" presId="urn:microsoft.com/office/officeart/2008/layout/CircleAccentTimeline"/>
    <dgm:cxn modelId="{25DE51DA-4E78-4DC1-BCB7-4FB0A49C10C5}" type="presParOf" srcId="{C666E99A-EA2A-4513-B163-536A725EC1D4}" destId="{3BC13DCF-1C49-40AE-AE65-0978B5BA874F}" srcOrd="8" destOrd="0" presId="urn:microsoft.com/office/officeart/2008/layout/CircleAccentTimeline"/>
    <dgm:cxn modelId="{4865B94E-31B1-48D3-AC4B-ABE158FD9689}" type="presParOf" srcId="{C666E99A-EA2A-4513-B163-536A725EC1D4}" destId="{76CD20FD-5A2B-4CEB-B317-518316916950}" srcOrd="9" destOrd="0" presId="urn:microsoft.com/office/officeart/2008/layout/CircleAccentTimeline"/>
    <dgm:cxn modelId="{B53C7978-C1D3-4BC0-B664-3BD0DCC047C5}" type="presParOf" srcId="{C666E99A-EA2A-4513-B163-536A725EC1D4}" destId="{CCD12751-D9E3-4387-BBF9-8F2AF6D49D1B}" srcOrd="10" destOrd="0" presId="urn:microsoft.com/office/officeart/2008/layout/CircleAccentTimeline"/>
    <dgm:cxn modelId="{A8F51BAF-F105-4379-890D-4080AD374D90}" type="presParOf" srcId="{C666E99A-EA2A-4513-B163-536A725EC1D4}" destId="{B394CEEB-24B6-4BA8-A206-1534BEDAD694}" srcOrd="11" destOrd="0" presId="urn:microsoft.com/office/officeart/2008/layout/CircleAccentTimeline"/>
    <dgm:cxn modelId="{B102D07C-53FA-4C2A-98F7-559DE8CC6F7F}" type="presParOf" srcId="{B394CEEB-24B6-4BA8-A206-1534BEDAD694}" destId="{51C5ACA6-33FD-4668-B3B1-157C98F240BE}" srcOrd="0" destOrd="0" presId="urn:microsoft.com/office/officeart/2008/layout/CircleAccentTimeline"/>
    <dgm:cxn modelId="{AD393FEA-ACA1-4DAE-84B7-B6B64A51D7EB}" type="presParOf" srcId="{B394CEEB-24B6-4BA8-A206-1534BEDAD694}" destId="{D80838CA-4B5F-4759-A83E-18025D22CD8E}" srcOrd="1" destOrd="0" presId="urn:microsoft.com/office/officeart/2008/layout/CircleAccentTimeline"/>
    <dgm:cxn modelId="{5F49715A-C2EA-4423-BB4F-E062481D00CD}" type="presParOf" srcId="{B394CEEB-24B6-4BA8-A206-1534BEDAD694}" destId="{47163255-F5AC-461E-9A86-3B86DCAB719C}" srcOrd="2" destOrd="0" presId="urn:microsoft.com/office/officeart/2008/layout/CircleAccentTimeline"/>
    <dgm:cxn modelId="{820D0099-D79F-448C-8CD8-F6635DE4543A}" type="presParOf" srcId="{C666E99A-EA2A-4513-B163-536A725EC1D4}" destId="{88A42219-4A4E-4479-8CC6-055AA19695B3}" srcOrd="12" destOrd="0" presId="urn:microsoft.com/office/officeart/2008/layout/CircleAccentTimeline"/>
    <dgm:cxn modelId="{1B98A850-4FA8-4324-B736-76A11B5A6A2C}" type="presParOf" srcId="{C666E99A-EA2A-4513-B163-536A725EC1D4}" destId="{B7BAD771-7165-4F0A-8CDC-9C674DDAC5A6}" srcOrd="13" destOrd="0" presId="urn:microsoft.com/office/officeart/2008/layout/CircleAccentTimeline"/>
    <dgm:cxn modelId="{5E7E60EF-3F65-40FE-8454-4151F9CED020}" type="presParOf" srcId="{C666E99A-EA2A-4513-B163-536A725EC1D4}" destId="{C15A6055-885F-4223-8889-DE40F9C71E47}" srcOrd="14" destOrd="0" presId="urn:microsoft.com/office/officeart/2008/layout/CircleAccentTimeline"/>
    <dgm:cxn modelId="{2F0B2796-6027-41D9-AB09-75619194C812}" type="presParOf" srcId="{C15A6055-885F-4223-8889-DE40F9C71E47}" destId="{9125244F-CAD2-40B8-B03E-EE53F57528C6}" srcOrd="0" destOrd="0" presId="urn:microsoft.com/office/officeart/2008/layout/CircleAccentTimeline"/>
    <dgm:cxn modelId="{B9A78D57-AC02-4019-A70F-F74194841E9F}" type="presParOf" srcId="{C15A6055-885F-4223-8889-DE40F9C71E47}" destId="{7D6BBD8D-95C7-4AC1-BA07-93F97F0B736B}" srcOrd="1" destOrd="0" presId="urn:microsoft.com/office/officeart/2008/layout/CircleAccentTimeline"/>
    <dgm:cxn modelId="{6B958643-CC03-43BE-B5AD-D70F18EF46A6}" type="presParOf" srcId="{C15A6055-885F-4223-8889-DE40F9C71E47}" destId="{5AE3A114-82A7-404F-9E4B-DAE75E8E67F0}" srcOrd="2" destOrd="0" presId="urn:microsoft.com/office/officeart/2008/layout/CircleAccentTimeline"/>
    <dgm:cxn modelId="{6FD7B579-2D6F-4E14-9AA9-A998584C569A}" type="presParOf" srcId="{C666E99A-EA2A-4513-B163-536A725EC1D4}" destId="{618FA1BC-D374-4EBB-922E-5A921DD9E5E1}" srcOrd="15" destOrd="0" presId="urn:microsoft.com/office/officeart/2008/layout/CircleAccentTimeline"/>
    <dgm:cxn modelId="{D0715D97-6762-4050-B0B8-30DD4F82F175}" type="presParOf" srcId="{C666E99A-EA2A-4513-B163-536A725EC1D4}" destId="{8ADF5B02-C638-4F58-9A6C-30C09AC73306}" srcOrd="16" destOrd="0" presId="urn:microsoft.com/office/officeart/2008/layout/CircleAccentTimeline"/>
    <dgm:cxn modelId="{D7233B37-5879-4C3C-B887-C53C4892CCA8}" type="presParOf" srcId="{C666E99A-EA2A-4513-B163-536A725EC1D4}" destId="{02FA4610-B442-40C7-9DF1-5F9F97BE02EF}" srcOrd="17" destOrd="0" presId="urn:microsoft.com/office/officeart/2008/layout/CircleAccentTimeline"/>
    <dgm:cxn modelId="{C85F168E-15C4-4982-9266-78407D2ABFF3}" type="presParOf" srcId="{C666E99A-EA2A-4513-B163-536A725EC1D4}" destId="{4FA3D958-E36A-4F8D-B2D9-8F7D4695CA93}" srcOrd="18" destOrd="0" presId="urn:microsoft.com/office/officeart/2008/layout/CircleAccentTimeline"/>
    <dgm:cxn modelId="{131F0D32-F16A-44D9-9071-EACD62E4AEED}" type="presParOf" srcId="{4FA3D958-E36A-4F8D-B2D9-8F7D4695CA93}" destId="{49AD36DC-D62B-4D81-B989-C0C6E821265F}" srcOrd="0" destOrd="0" presId="urn:microsoft.com/office/officeart/2008/layout/CircleAccentTimeline"/>
    <dgm:cxn modelId="{125DAAC1-4B2B-4D99-8015-21AFFF79A810}" type="presParOf" srcId="{4FA3D958-E36A-4F8D-B2D9-8F7D4695CA93}" destId="{BCF3A686-42B8-400D-ADAB-FFC1CE9C6893}" srcOrd="1" destOrd="0" presId="urn:microsoft.com/office/officeart/2008/layout/CircleAccentTimeline"/>
    <dgm:cxn modelId="{8E444A5F-7A3D-4E68-B1C1-D9E5D2FD2002}" type="presParOf" srcId="{4FA3D958-E36A-4F8D-B2D9-8F7D4695CA93}" destId="{C5E960F3-64F7-451A-9F71-5CC76AE5F505}" srcOrd="2" destOrd="0" presId="urn:microsoft.com/office/officeart/2008/layout/CircleAccentTimeline"/>
    <dgm:cxn modelId="{7BDC8AF3-8A8B-4973-A6A9-1B51F937E1C3}" type="presParOf" srcId="{C666E99A-EA2A-4513-B163-536A725EC1D4}" destId="{B3721555-6618-4C3A-BD1F-E92CFD9683AB}" srcOrd="19" destOrd="0" presId="urn:microsoft.com/office/officeart/2008/layout/CircleAccentTimeline"/>
    <dgm:cxn modelId="{57FBE147-01A0-4F93-B5B4-D87C5642BA03}" type="presParOf" srcId="{C666E99A-EA2A-4513-B163-536A725EC1D4}" destId="{5AE349D2-CEB4-4AC6-AE04-44A62924D7CF}" srcOrd="20" destOrd="0" presId="urn:microsoft.com/office/officeart/2008/layout/CircleAccentTimeline"/>
    <dgm:cxn modelId="{A90A65CE-B690-4E3E-A09F-E3FAF7AE9156}" type="presParOf" srcId="{C666E99A-EA2A-4513-B163-536A725EC1D4}" destId="{98C1E74A-8C95-49B9-99D3-43E036DDBE09}" srcOrd="21" destOrd="0" presId="urn:microsoft.com/office/officeart/2008/layout/CircleAccentTimeline"/>
    <dgm:cxn modelId="{CF176CC5-5F58-4BF2-BCBD-3CA43DEBF721}" type="presParOf" srcId="{98C1E74A-8C95-49B9-99D3-43E036DDBE09}" destId="{625298DF-66F0-44EC-B355-04318A84B0F2}" srcOrd="0" destOrd="0" presId="urn:microsoft.com/office/officeart/2008/layout/CircleAccentTimeline"/>
    <dgm:cxn modelId="{F669BDA3-93ED-4B1C-B9BE-5AABAD77CF11}" type="presParOf" srcId="{98C1E74A-8C95-49B9-99D3-43E036DDBE09}" destId="{2B4BD85E-C901-45C5-8EB9-6B9FEE12A7BE}" srcOrd="1" destOrd="0" presId="urn:microsoft.com/office/officeart/2008/layout/CircleAccentTimeline"/>
    <dgm:cxn modelId="{5AC3ABE7-4B3A-4B37-BCF4-0C4600E4C258}" type="presParOf" srcId="{98C1E74A-8C95-49B9-99D3-43E036DDBE09}" destId="{761EFD8F-410E-414C-A480-BA932E71A143}" srcOrd="2" destOrd="0" presId="urn:microsoft.com/office/officeart/2008/layout/CircleAccentTimeline"/>
    <dgm:cxn modelId="{6AE88287-C0E8-4048-AC2B-B6315CA86612}" type="presParOf" srcId="{C666E99A-EA2A-4513-B163-536A725EC1D4}" destId="{B82C08B3-DB74-4E36-B2E9-76F2AEEFB24B}" srcOrd="22" destOrd="0" presId="urn:microsoft.com/office/officeart/2008/layout/CircleAccentTimeline"/>
    <dgm:cxn modelId="{CCADAD11-B601-480E-8927-6FE89F7EA486}" type="presParOf" srcId="{C666E99A-EA2A-4513-B163-536A725EC1D4}" destId="{E0DB4E77-87D5-45B6-AD70-2CE9930ABB87}" srcOrd="23" destOrd="0" presId="urn:microsoft.com/office/officeart/2008/layout/CircleAccentTimeline"/>
    <dgm:cxn modelId="{AED8654A-61B9-487B-B140-5B05B227F523}" type="presParOf" srcId="{C666E99A-EA2A-4513-B163-536A725EC1D4}" destId="{050B9D53-6469-4729-A9BE-E42DCEA4252C}" srcOrd="24" destOrd="0" presId="urn:microsoft.com/office/officeart/2008/layout/CircleAccentTimeline"/>
    <dgm:cxn modelId="{3B708182-0012-4306-A3C0-9C960FF62F52}" type="presParOf" srcId="{C666E99A-EA2A-4513-B163-536A725EC1D4}" destId="{A169135A-8620-4269-A500-0BFE5F166735}" srcOrd="25" destOrd="0" presId="urn:microsoft.com/office/officeart/2008/layout/CircleAccentTimeline"/>
    <dgm:cxn modelId="{8E136D5B-8A27-4F18-BB51-5AF8AE430F5C}" type="presParOf" srcId="{A169135A-8620-4269-A500-0BFE5F166735}" destId="{DF89BFF2-B2D4-4325-85A2-579AFC2E967F}" srcOrd="0" destOrd="0" presId="urn:microsoft.com/office/officeart/2008/layout/CircleAccentTimeline"/>
    <dgm:cxn modelId="{4A1F3093-F5E7-4B9D-9FB2-6728E5862D85}" type="presParOf" srcId="{A169135A-8620-4269-A500-0BFE5F166735}" destId="{DB665163-915F-40A6-83DE-D9E80507F79D}" srcOrd="1" destOrd="0" presId="urn:microsoft.com/office/officeart/2008/layout/CircleAccentTimeline"/>
    <dgm:cxn modelId="{97A2C6A4-C2BA-4AD9-9889-6C0BFA5257C5}" type="presParOf" srcId="{A169135A-8620-4269-A500-0BFE5F166735}" destId="{B929AC72-0696-4EEE-AFB6-7E192A81CD7E}" srcOrd="2" destOrd="0" presId="urn:microsoft.com/office/officeart/2008/layout/CircleAccentTimeline"/>
    <dgm:cxn modelId="{90A2D453-8355-4ABF-8D77-AC9B2F5A51A5}" type="presParOf" srcId="{C666E99A-EA2A-4513-B163-536A725EC1D4}" destId="{4C54F472-8EC0-43AD-AD8B-7B532BC9203C}" srcOrd="26" destOrd="0" presId="urn:microsoft.com/office/officeart/2008/layout/CircleAccentTimeline"/>
    <dgm:cxn modelId="{0E769701-95BC-4670-BBB3-9E807D52E5E8}" type="presParOf" srcId="{C666E99A-EA2A-4513-B163-536A725EC1D4}" destId="{A5C2DB3F-F2F5-4831-9AD1-C5C2EEE15AC9}" srcOrd="27" destOrd="0" presId="urn:microsoft.com/office/officeart/2008/layout/CircleAccentTimeline"/>
    <dgm:cxn modelId="{0E2D9C45-F625-410D-976A-D98FC767C523}" type="presParOf" srcId="{C666E99A-EA2A-4513-B163-536A725EC1D4}" destId="{4EF7231C-C9F1-4F91-8D1C-C63638405F91}" srcOrd="28" destOrd="0" presId="urn:microsoft.com/office/officeart/2008/layout/CircleAccentTimeline"/>
    <dgm:cxn modelId="{ED828BF6-B845-4D06-AA09-88653016ABB1}" type="presParOf" srcId="{4EF7231C-C9F1-4F91-8D1C-C63638405F91}" destId="{4AF980F5-1CFE-4F1C-8701-2120CCF8F1AB}" srcOrd="0" destOrd="0" presId="urn:microsoft.com/office/officeart/2008/layout/CircleAccentTimeline"/>
    <dgm:cxn modelId="{BB042F8A-98B7-488A-B1AC-011CDE7C7A3A}" type="presParOf" srcId="{4EF7231C-C9F1-4F91-8D1C-C63638405F91}" destId="{C21B92A9-8E32-499C-902E-F133C5092D1A}" srcOrd="1" destOrd="0" presId="urn:microsoft.com/office/officeart/2008/layout/CircleAccentTimeline"/>
    <dgm:cxn modelId="{5767D511-FF18-4451-9928-B18FA2555F58}" type="presParOf" srcId="{4EF7231C-C9F1-4F91-8D1C-C63638405F91}" destId="{1092A734-3D43-4CCE-BAAB-D03B6FB8C520}" srcOrd="2" destOrd="0" presId="urn:microsoft.com/office/officeart/2008/layout/CircleAccentTimeline"/>
    <dgm:cxn modelId="{24ACEC1F-50E7-4EF4-B7EF-CB1F12A50B37}" type="presParOf" srcId="{C666E99A-EA2A-4513-B163-536A725EC1D4}" destId="{8D515D9C-EF43-47B9-AC9A-09A87EDF6F3D}" srcOrd="29" destOrd="0" presId="urn:microsoft.com/office/officeart/2008/layout/CircleAccentTimeline"/>
    <dgm:cxn modelId="{DEECF5B3-4894-49DA-87C3-06128E11EAF1}" type="presParOf" srcId="{C666E99A-EA2A-4513-B163-536A725EC1D4}" destId="{FAD7D391-55A1-4EEA-A99A-64E1406DFE67}" srcOrd="30" destOrd="0" presId="urn:microsoft.com/office/officeart/2008/layout/CircleAccentTimeline"/>
    <dgm:cxn modelId="{7AE685BB-CF8D-45D1-AA7E-9E1115A40345}" type="presParOf" srcId="{C666E99A-EA2A-4513-B163-536A725EC1D4}" destId="{56DDD952-6F6A-4029-9D17-840952762844}" srcOrd="31" destOrd="0" presId="urn:microsoft.com/office/officeart/2008/layout/CircleAccentTimeline"/>
    <dgm:cxn modelId="{E187B4D3-037C-480E-A07F-084085DA9B32}" type="presParOf" srcId="{C666E99A-EA2A-4513-B163-536A725EC1D4}" destId="{BCEAA212-1E21-473A-810B-7B4A20144AC7}" srcOrd="32" destOrd="0" presId="urn:microsoft.com/office/officeart/2008/layout/CircleAccentTimeline"/>
    <dgm:cxn modelId="{F1A44866-7D53-4109-8002-111947E20ADC}" type="presParOf" srcId="{BCEAA212-1E21-473A-810B-7B4A20144AC7}" destId="{E29272B0-1840-4ADB-9A86-4D800BA7660B}" srcOrd="0" destOrd="0" presId="urn:microsoft.com/office/officeart/2008/layout/CircleAccentTimeline"/>
    <dgm:cxn modelId="{F2985EF5-AF57-42CE-9179-DC297E86C13F}" type="presParOf" srcId="{BCEAA212-1E21-473A-810B-7B4A20144AC7}" destId="{C289158A-F0C2-472A-B26B-AE3903472886}" srcOrd="1" destOrd="0" presId="urn:microsoft.com/office/officeart/2008/layout/CircleAccentTimeline"/>
    <dgm:cxn modelId="{C4405D03-222D-4DD1-907A-033E95AF0AF3}" type="presParOf" srcId="{BCEAA212-1E21-473A-810B-7B4A20144AC7}" destId="{C83A00C4-4E87-475C-B373-0648A481D8EB}" srcOrd="2" destOrd="0" presId="urn:microsoft.com/office/officeart/2008/layout/CircleAccentTimeline"/>
    <dgm:cxn modelId="{4EA480E6-F183-4262-86BD-C3A0003BC035}" type="presParOf" srcId="{C666E99A-EA2A-4513-B163-536A725EC1D4}" destId="{A93CA49B-3551-4E15-9F16-87C9D8940AB2}" srcOrd="33" destOrd="0" presId="urn:microsoft.com/office/officeart/2008/layout/CircleAccentTimeline"/>
    <dgm:cxn modelId="{CC3D5F59-BDB0-4E57-B73F-FD6CF4F796EA}" type="presParOf" srcId="{C666E99A-EA2A-4513-B163-536A725EC1D4}" destId="{4BAB3AD8-192C-45AF-ABFF-EB2AC676A747}" srcOrd="34" destOrd="0" presId="urn:microsoft.com/office/officeart/2008/layout/CircleAccentTimeline"/>
    <dgm:cxn modelId="{ED481ABC-4033-4F67-A4AC-B3C3CC0116E6}" type="presParOf" srcId="{C666E99A-EA2A-4513-B163-536A725EC1D4}" destId="{BDD180BB-E7D6-424B-BB10-543442B20526}" srcOrd="35" destOrd="0" presId="urn:microsoft.com/office/officeart/2008/layout/CircleAccentTimeline"/>
    <dgm:cxn modelId="{20E31828-B9B9-45D6-9564-7AF6141BAFF1}" type="presParOf" srcId="{BDD180BB-E7D6-424B-BB10-543442B20526}" destId="{C91E5157-B099-45D6-9AF6-5D780FCC0741}" srcOrd="0" destOrd="0" presId="urn:microsoft.com/office/officeart/2008/layout/CircleAccentTimeline"/>
    <dgm:cxn modelId="{1D720328-BD59-47CA-A807-D11D13589287}" type="presParOf" srcId="{BDD180BB-E7D6-424B-BB10-543442B20526}" destId="{BD32F408-1A1D-4F3B-9E8F-4018961D8EE0}" srcOrd="1" destOrd="0" presId="urn:microsoft.com/office/officeart/2008/layout/CircleAccentTimeline"/>
    <dgm:cxn modelId="{16226E1A-3F70-47B2-A6FA-864CC27D948A}" type="presParOf" srcId="{BDD180BB-E7D6-424B-BB10-543442B20526}" destId="{AFA50EA1-01B9-4434-81F0-09F78468F491}" srcOrd="2" destOrd="0" presId="urn:microsoft.com/office/officeart/2008/layout/CircleAccentTimeline"/>
    <dgm:cxn modelId="{58A65D42-3332-4CFF-B3CE-ABB5E459217A}" type="presParOf" srcId="{C666E99A-EA2A-4513-B163-536A725EC1D4}" destId="{A8705CB7-3A00-47B5-9D67-6B49167A9F5F}" srcOrd="36" destOrd="0" presId="urn:microsoft.com/office/officeart/2008/layout/CircleAccentTimeline"/>
    <dgm:cxn modelId="{15753D17-5996-49B0-B2F3-91E3D2DDE5EC}" type="presParOf" srcId="{C666E99A-EA2A-4513-B163-536A725EC1D4}" destId="{5F85F400-DB07-4C0F-B47D-3E3A119A97E2}" srcOrd="37" destOrd="0" presId="urn:microsoft.com/office/officeart/2008/layout/CircleAccentTimeline"/>
    <dgm:cxn modelId="{0F568343-C7D8-4A6D-A05F-54CFE542344C}" type="presParOf" srcId="{C666E99A-EA2A-4513-B163-536A725EC1D4}" destId="{4CC69F9E-9C44-4FE7-A5D1-837B7F7500F9}" srcOrd="38" destOrd="0" presId="urn:microsoft.com/office/officeart/2008/layout/CircleAccentTimeline"/>
    <dgm:cxn modelId="{8C4A92AF-E74B-4AA8-9AE8-7BCAA485CA7F}" type="presParOf" srcId="{C666E99A-EA2A-4513-B163-536A725EC1D4}" destId="{DC1E3BC9-F45A-46BD-AE86-CB151878B25B}" srcOrd="39" destOrd="0" presId="urn:microsoft.com/office/officeart/2008/layout/CircleAccentTimeline"/>
    <dgm:cxn modelId="{B6811C61-33C5-4083-946F-E331CC1688C8}" type="presParOf" srcId="{DC1E3BC9-F45A-46BD-AE86-CB151878B25B}" destId="{FA37A83F-DCFE-4930-B762-BA4ACC7C2CF7}" srcOrd="0" destOrd="0" presId="urn:microsoft.com/office/officeart/2008/layout/CircleAccentTimeline"/>
    <dgm:cxn modelId="{0592DE33-6E3B-4A61-870E-73DED6DADBDE}" type="presParOf" srcId="{DC1E3BC9-F45A-46BD-AE86-CB151878B25B}" destId="{C74C4CD4-620A-4D12-877A-4F2671E6851F}" srcOrd="1" destOrd="0" presId="urn:microsoft.com/office/officeart/2008/layout/CircleAccentTimeline"/>
    <dgm:cxn modelId="{438B9DA6-D0F4-4BB6-A967-17447868E945}" type="presParOf" srcId="{DC1E3BC9-F45A-46BD-AE86-CB151878B25B}" destId="{FCF7FA09-DF88-4A61-9695-0DC36D268D20}" srcOrd="2" destOrd="0" presId="urn:microsoft.com/office/officeart/2008/layout/CircleAccentTimeline"/>
    <dgm:cxn modelId="{9FA38F49-119D-46B8-AE12-14243512A393}" type="presParOf" srcId="{C666E99A-EA2A-4513-B163-536A725EC1D4}" destId="{7F95D454-9277-4E23-8DA0-31E0BC467B99}" srcOrd="40" destOrd="0" presId="urn:microsoft.com/office/officeart/2008/layout/CircleAccentTimeline"/>
    <dgm:cxn modelId="{E0AF502E-DEB2-494A-9F22-EC19F88266C4}" type="presParOf" srcId="{C666E99A-EA2A-4513-B163-536A725EC1D4}" destId="{55B19629-49BD-483E-9F18-BA61677B354C}" srcOrd="41" destOrd="0" presId="urn:microsoft.com/office/officeart/2008/layout/CircleAccentTimeline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E30771-6069-40B1-AF64-E56310F06FAB}">
      <dsp:nvSpPr>
        <dsp:cNvPr id="0" name=""/>
        <dsp:cNvSpPr/>
      </dsp:nvSpPr>
      <dsp:spPr>
        <a:xfrm>
          <a:off x="7673" y="2414408"/>
          <a:ext cx="1083762" cy="1083762"/>
        </a:xfrm>
        <a:prstGeom prst="donut">
          <a:avLst>
            <a:gd name="adj" fmla="val 2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4BACD90-9830-4A1B-97D6-187F0E533766}">
      <dsp:nvSpPr>
        <dsp:cNvPr id="0" name=""/>
        <dsp:cNvSpPr/>
      </dsp:nvSpPr>
      <dsp:spPr>
        <a:xfrm rot="17700000">
          <a:off x="389542" y="1530920"/>
          <a:ext cx="1347236" cy="6492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0" rIns="0" bIns="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2300" kern="1200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2007</a:t>
          </a:r>
          <a:r>
            <a:rPr lang="zh-CN" altLang="en-US" sz="2300" kern="1200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之前</a:t>
          </a:r>
          <a:endParaRPr lang="zh-CN" sz="2300" kern="1200" dirty="0">
            <a:latin typeface="微软雅黑" panose="020B0503020204020204" pitchFamily="34" charset="-122"/>
            <a:ea typeface="微软雅黑" panose="020B0503020204020204" pitchFamily="34" charset="-122"/>
          </a:endParaRPr>
        </a:p>
      </dsp:txBody>
      <dsp:txXfrm>
        <a:off x="389542" y="1530920"/>
        <a:ext cx="1347236" cy="649264"/>
      </dsp:txXfrm>
    </dsp:sp>
    <dsp:sp modelId="{85C2DF8B-FA99-44FA-9B26-A20E12B532F5}">
      <dsp:nvSpPr>
        <dsp:cNvPr id="0" name=""/>
        <dsp:cNvSpPr/>
      </dsp:nvSpPr>
      <dsp:spPr>
        <a:xfrm>
          <a:off x="1173068" y="2675018"/>
          <a:ext cx="562541" cy="56254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482210D-4F2F-435E-A11D-371BBB750FCB}">
      <dsp:nvSpPr>
        <dsp:cNvPr id="0" name=""/>
        <dsp:cNvSpPr/>
      </dsp:nvSpPr>
      <dsp:spPr>
        <a:xfrm rot="17700000">
          <a:off x="506815" y="345798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5560" bIns="0" numCol="1" spcCol="1270" anchor="ctr" anchorCtr="0">
          <a:noAutofit/>
        </a:bodyPr>
        <a:lstStyle/>
        <a:p>
          <a:pPr lvl="0" algn="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银行应用开发</a:t>
          </a:r>
          <a:endParaRPr lang="zh-CN" sz="1400" kern="1200" dirty="0">
            <a:latin typeface="微软雅黑" panose="020B0503020204020204" pitchFamily="34" charset="-122"/>
            <a:ea typeface="微软雅黑" panose="020B0503020204020204" pitchFamily="34" charset="-122"/>
          </a:endParaRPr>
        </a:p>
      </dsp:txBody>
      <dsp:txXfrm>
        <a:off x="506815" y="3457987"/>
        <a:ext cx="1165423" cy="561923"/>
      </dsp:txXfrm>
    </dsp:sp>
    <dsp:sp modelId="{76131B10-D1B0-491E-8F17-3D8AA226E0B3}">
      <dsp:nvSpPr>
        <dsp:cNvPr id="0" name=""/>
        <dsp:cNvSpPr/>
      </dsp:nvSpPr>
      <dsp:spPr>
        <a:xfrm rot="17700000">
          <a:off x="1236439" y="189266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A1B2C4B-B1AF-4914-BA74-D77A74321F6D}">
      <dsp:nvSpPr>
        <dsp:cNvPr id="0" name=""/>
        <dsp:cNvSpPr/>
      </dsp:nvSpPr>
      <dsp:spPr>
        <a:xfrm>
          <a:off x="1817242" y="2414408"/>
          <a:ext cx="1083762" cy="1083762"/>
        </a:xfrm>
        <a:prstGeom prst="donut">
          <a:avLst>
            <a:gd name="adj" fmla="val 2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674D326D-980D-4EAE-8718-54D436AD70BB}">
      <dsp:nvSpPr>
        <dsp:cNvPr id="0" name=""/>
        <dsp:cNvSpPr/>
      </dsp:nvSpPr>
      <dsp:spPr>
        <a:xfrm rot="17700000">
          <a:off x="2199111" y="1530920"/>
          <a:ext cx="1347236" cy="6492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0" rIns="0" bIns="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2300" kern="1200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2007</a:t>
          </a:r>
          <a:r>
            <a:rPr lang="zh-CN" altLang="en-US" sz="2300" kern="1200" dirty="0" smtClean="0">
              <a:latin typeface="微软雅黑" panose="020B0503020204020204" pitchFamily="34" charset="-122"/>
              <a:ea typeface="微软雅黑" panose="020B0503020204020204" pitchFamily="34" charset="-122"/>
            </a:rPr>
            <a:t>年</a:t>
          </a:r>
          <a:endParaRPr lang="zh-CN" sz="2300" kern="1200" dirty="0">
            <a:latin typeface="微软雅黑" panose="020B0503020204020204" pitchFamily="34" charset="-122"/>
            <a:ea typeface="微软雅黑" panose="020B0503020204020204" pitchFamily="34" charset="-122"/>
          </a:endParaRPr>
        </a:p>
      </dsp:txBody>
      <dsp:txXfrm>
        <a:off x="2199111" y="1530920"/>
        <a:ext cx="1347236" cy="649264"/>
      </dsp:txXfrm>
    </dsp:sp>
    <dsp:sp modelId="{51C5ACA6-33FD-4668-B3B1-157C98F240BE}">
      <dsp:nvSpPr>
        <dsp:cNvPr id="0" name=""/>
        <dsp:cNvSpPr/>
      </dsp:nvSpPr>
      <dsp:spPr>
        <a:xfrm>
          <a:off x="2982637" y="2675018"/>
          <a:ext cx="562541" cy="562541"/>
        </a:xfrm>
        <a:prstGeom prst="ellips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80838CA-4B5F-4759-A83E-18025D22CD8E}">
      <dsp:nvSpPr>
        <dsp:cNvPr id="0" name=""/>
        <dsp:cNvSpPr/>
      </dsp:nvSpPr>
      <dsp:spPr>
        <a:xfrm rot="17700000">
          <a:off x="2316384" y="345798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5560" bIns="0" numCol="1" spcCol="1270" anchor="ctr" anchorCtr="0">
          <a:noAutofit/>
        </a:bodyPr>
        <a:lstStyle/>
        <a:p>
          <a:pPr lvl="0" algn="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专业服务支持</a:t>
          </a:r>
          <a:endParaRPr lang="zh-CN" sz="1400" kern="1200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sp:txBody>
      <dsp:txXfrm>
        <a:off x="2316384" y="3457987"/>
        <a:ext cx="1165423" cy="561923"/>
      </dsp:txXfrm>
    </dsp:sp>
    <dsp:sp modelId="{47163255-F5AC-461E-9A86-3B86DCAB719C}">
      <dsp:nvSpPr>
        <dsp:cNvPr id="0" name=""/>
        <dsp:cNvSpPr/>
      </dsp:nvSpPr>
      <dsp:spPr>
        <a:xfrm rot="17700000">
          <a:off x="3046008" y="189266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25244F-CAD2-40B8-B03E-EE53F57528C6}">
      <dsp:nvSpPr>
        <dsp:cNvPr id="0" name=""/>
        <dsp:cNvSpPr/>
      </dsp:nvSpPr>
      <dsp:spPr>
        <a:xfrm>
          <a:off x="3626811" y="2414408"/>
          <a:ext cx="1083762" cy="1083762"/>
        </a:xfrm>
        <a:prstGeom prst="donut">
          <a:avLst>
            <a:gd name="adj" fmla="val 2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7D6BBD8D-95C7-4AC1-BA07-93F97F0B736B}">
      <dsp:nvSpPr>
        <dsp:cNvPr id="0" name=""/>
        <dsp:cNvSpPr/>
      </dsp:nvSpPr>
      <dsp:spPr>
        <a:xfrm rot="17700000">
          <a:off x="4008680" y="1530920"/>
          <a:ext cx="1347236" cy="6492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0" rIns="0" bIns="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23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2008</a:t>
          </a:r>
          <a:r>
            <a:rPr lang="zh-CN" altLang="en-US" sz="23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年</a:t>
          </a:r>
          <a:endParaRPr lang="zh-CN" sz="2300" kern="1200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sp:txBody>
      <dsp:txXfrm>
        <a:off x="4008680" y="1530920"/>
        <a:ext cx="1347236" cy="649264"/>
      </dsp:txXfrm>
    </dsp:sp>
    <dsp:sp modelId="{49AD36DC-D62B-4D81-B989-C0C6E821265F}">
      <dsp:nvSpPr>
        <dsp:cNvPr id="0" name=""/>
        <dsp:cNvSpPr/>
      </dsp:nvSpPr>
      <dsp:spPr>
        <a:xfrm>
          <a:off x="4792206" y="2675018"/>
          <a:ext cx="562541" cy="562541"/>
        </a:xfrm>
        <a:prstGeom prst="ellips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CF3A686-42B8-400D-ADAB-FFC1CE9C6893}">
      <dsp:nvSpPr>
        <dsp:cNvPr id="0" name=""/>
        <dsp:cNvSpPr/>
      </dsp:nvSpPr>
      <dsp:spPr>
        <a:xfrm rot="17700000">
          <a:off x="4125953" y="345798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5560" bIns="0" numCol="1" spcCol="1270" anchor="ctr" anchorCtr="0">
          <a:noAutofit/>
        </a:bodyPr>
        <a:lstStyle/>
        <a:p>
          <a:pPr lvl="0" algn="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建行</a:t>
          </a:r>
          <a:r>
            <a:rPr lang="en-US" altLang="zh-CN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SUP2</a:t>
          </a: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平台</a:t>
          </a:r>
          <a:endParaRPr lang="zh-CN" sz="1400" kern="1200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sp:txBody>
      <dsp:txXfrm>
        <a:off x="4125953" y="3457987"/>
        <a:ext cx="1165423" cy="561923"/>
      </dsp:txXfrm>
    </dsp:sp>
    <dsp:sp modelId="{C5E960F3-64F7-451A-9F71-5CC76AE5F505}">
      <dsp:nvSpPr>
        <dsp:cNvPr id="0" name=""/>
        <dsp:cNvSpPr/>
      </dsp:nvSpPr>
      <dsp:spPr>
        <a:xfrm rot="17700000">
          <a:off x="4855577" y="189266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25298DF-66F0-44EC-B355-04318A84B0F2}">
      <dsp:nvSpPr>
        <dsp:cNvPr id="0" name=""/>
        <dsp:cNvSpPr/>
      </dsp:nvSpPr>
      <dsp:spPr>
        <a:xfrm>
          <a:off x="5436380" y="2414408"/>
          <a:ext cx="1083762" cy="1083762"/>
        </a:xfrm>
        <a:prstGeom prst="donut">
          <a:avLst>
            <a:gd name="adj" fmla="val 2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B4BD85E-C901-45C5-8EB9-6B9FEE12A7BE}">
      <dsp:nvSpPr>
        <dsp:cNvPr id="0" name=""/>
        <dsp:cNvSpPr/>
      </dsp:nvSpPr>
      <dsp:spPr>
        <a:xfrm rot="17700000">
          <a:off x="5818249" y="1530920"/>
          <a:ext cx="1347236" cy="6492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0" rIns="0" bIns="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23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2010</a:t>
          </a:r>
          <a:r>
            <a:rPr lang="zh-CN" altLang="en-US" sz="23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年</a:t>
          </a:r>
          <a:endParaRPr lang="zh-CN" sz="2300" kern="1200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sp:txBody>
      <dsp:txXfrm>
        <a:off x="5818249" y="1530920"/>
        <a:ext cx="1347236" cy="649264"/>
      </dsp:txXfrm>
    </dsp:sp>
    <dsp:sp modelId="{DF89BFF2-B2D4-4325-85A2-579AFC2E967F}">
      <dsp:nvSpPr>
        <dsp:cNvPr id="0" name=""/>
        <dsp:cNvSpPr/>
      </dsp:nvSpPr>
      <dsp:spPr>
        <a:xfrm>
          <a:off x="6601775" y="2675018"/>
          <a:ext cx="562541" cy="562541"/>
        </a:xfrm>
        <a:prstGeom prst="ellipse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B665163-915F-40A6-83DE-D9E80507F79D}">
      <dsp:nvSpPr>
        <dsp:cNvPr id="0" name=""/>
        <dsp:cNvSpPr/>
      </dsp:nvSpPr>
      <dsp:spPr>
        <a:xfrm rot="17700000">
          <a:off x="5935522" y="345798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5560" bIns="0" numCol="1" spcCol="1270" anchor="ctr" anchorCtr="0">
          <a:noAutofit/>
        </a:bodyPr>
        <a:lstStyle/>
        <a:p>
          <a:pPr lvl="0" algn="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中信</a:t>
          </a:r>
          <a:r>
            <a:rPr lang="en-US" altLang="zh-CN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CBJUP</a:t>
          </a: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平台</a:t>
          </a:r>
          <a:endParaRPr lang="zh-CN" sz="1400" kern="1200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sp:txBody>
      <dsp:txXfrm>
        <a:off x="5935522" y="3457987"/>
        <a:ext cx="1165423" cy="561923"/>
      </dsp:txXfrm>
    </dsp:sp>
    <dsp:sp modelId="{B929AC72-0696-4EEE-AFB6-7E192A81CD7E}">
      <dsp:nvSpPr>
        <dsp:cNvPr id="0" name=""/>
        <dsp:cNvSpPr/>
      </dsp:nvSpPr>
      <dsp:spPr>
        <a:xfrm rot="17700000">
          <a:off x="6665146" y="189266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F980F5-1CFE-4F1C-8701-2120CCF8F1AB}">
      <dsp:nvSpPr>
        <dsp:cNvPr id="0" name=""/>
        <dsp:cNvSpPr/>
      </dsp:nvSpPr>
      <dsp:spPr>
        <a:xfrm>
          <a:off x="7245949" y="2414408"/>
          <a:ext cx="1083762" cy="1083762"/>
        </a:xfrm>
        <a:prstGeom prst="donut">
          <a:avLst>
            <a:gd name="adj" fmla="val 2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21B92A9-8E32-499C-902E-F133C5092D1A}">
      <dsp:nvSpPr>
        <dsp:cNvPr id="0" name=""/>
        <dsp:cNvSpPr/>
      </dsp:nvSpPr>
      <dsp:spPr>
        <a:xfrm rot="17700000">
          <a:off x="7627818" y="1530920"/>
          <a:ext cx="1347236" cy="6492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0" rIns="0" bIns="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23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2013</a:t>
          </a:r>
          <a:r>
            <a:rPr lang="zh-CN" altLang="en-US" sz="23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年</a:t>
          </a:r>
          <a:endParaRPr lang="zh-CN" sz="2300" kern="1200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sp:txBody>
      <dsp:txXfrm>
        <a:off x="7627818" y="1530920"/>
        <a:ext cx="1347236" cy="649264"/>
      </dsp:txXfrm>
    </dsp:sp>
    <dsp:sp modelId="{E29272B0-1840-4ADB-9A86-4D800BA7660B}">
      <dsp:nvSpPr>
        <dsp:cNvPr id="0" name=""/>
        <dsp:cNvSpPr/>
      </dsp:nvSpPr>
      <dsp:spPr>
        <a:xfrm>
          <a:off x="8411344" y="2675018"/>
          <a:ext cx="562541" cy="562541"/>
        </a:xfrm>
        <a:prstGeom prst="ellipse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289158A-F0C2-472A-B26B-AE3903472886}">
      <dsp:nvSpPr>
        <dsp:cNvPr id="0" name=""/>
        <dsp:cNvSpPr/>
      </dsp:nvSpPr>
      <dsp:spPr>
        <a:xfrm rot="17700000">
          <a:off x="7745091" y="345798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5560" bIns="0" numCol="1" spcCol="1270" anchor="ctr" anchorCtr="0">
          <a:noAutofit/>
        </a:bodyPr>
        <a:lstStyle/>
        <a:p>
          <a:pPr lvl="0" algn="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远光</a:t>
          </a:r>
          <a:r>
            <a:rPr lang="en-US" altLang="zh-CN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ECP</a:t>
          </a: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平台</a:t>
          </a:r>
          <a:endParaRPr lang="zh-CN" sz="1400" kern="1200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sp:txBody>
      <dsp:txXfrm>
        <a:off x="7745091" y="3457987"/>
        <a:ext cx="1165423" cy="561923"/>
      </dsp:txXfrm>
    </dsp:sp>
    <dsp:sp modelId="{C83A00C4-4E87-475C-B373-0648A481D8EB}">
      <dsp:nvSpPr>
        <dsp:cNvPr id="0" name=""/>
        <dsp:cNvSpPr/>
      </dsp:nvSpPr>
      <dsp:spPr>
        <a:xfrm rot="17700000">
          <a:off x="8474715" y="189266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1E5157-B099-45D6-9AF6-5D780FCC0741}">
      <dsp:nvSpPr>
        <dsp:cNvPr id="0" name=""/>
        <dsp:cNvSpPr/>
      </dsp:nvSpPr>
      <dsp:spPr>
        <a:xfrm>
          <a:off x="9055518" y="2414408"/>
          <a:ext cx="1083762" cy="1083762"/>
        </a:xfrm>
        <a:prstGeom prst="donut">
          <a:avLst>
            <a:gd name="adj" fmla="val 2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D32F408-1A1D-4F3B-9E8F-4018961D8EE0}">
      <dsp:nvSpPr>
        <dsp:cNvPr id="0" name=""/>
        <dsp:cNvSpPr/>
      </dsp:nvSpPr>
      <dsp:spPr>
        <a:xfrm rot="17700000">
          <a:off x="9437387" y="1530920"/>
          <a:ext cx="1347236" cy="6492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20" tIns="0" rIns="0" bIns="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23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2015</a:t>
          </a:r>
          <a:r>
            <a:rPr lang="zh-CN" altLang="en-US" sz="23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年</a:t>
          </a:r>
          <a:endParaRPr lang="zh-CN" sz="2300" kern="1200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sp:txBody>
      <dsp:txXfrm>
        <a:off x="9437387" y="1530920"/>
        <a:ext cx="1347236" cy="649264"/>
      </dsp:txXfrm>
    </dsp:sp>
    <dsp:sp modelId="{FA37A83F-DCFE-4930-B762-BA4ACC7C2CF7}">
      <dsp:nvSpPr>
        <dsp:cNvPr id="0" name=""/>
        <dsp:cNvSpPr/>
      </dsp:nvSpPr>
      <dsp:spPr>
        <a:xfrm>
          <a:off x="10220913" y="2675018"/>
          <a:ext cx="562541" cy="562541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18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89000"/>
                <a:lumMod val="91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6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4C4CD4-620A-4D12-877A-4F2671E6851F}">
      <dsp:nvSpPr>
        <dsp:cNvPr id="0" name=""/>
        <dsp:cNvSpPr/>
      </dsp:nvSpPr>
      <dsp:spPr>
        <a:xfrm rot="17700000">
          <a:off x="9554660" y="345798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35560" bIns="0" numCol="1" spcCol="1270" anchor="ctr" anchorCtr="0">
          <a:noAutofit/>
        </a:bodyPr>
        <a:lstStyle/>
        <a:p>
          <a:pPr lvl="0" algn="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普元</a:t>
          </a:r>
          <a:r>
            <a:rPr lang="en-US" altLang="zh-CN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BIIP</a:t>
          </a:r>
          <a:r>
            <a:rPr lang="zh-CN" altLang="en-US" sz="1400" kern="1200" dirty="0" smtClean="0">
              <a:latin typeface="微软雅黑" panose="020B0503020204020204" pitchFamily="34" charset="-122"/>
              <a:ea typeface="微软雅黑" panose="020B0503020204020204" pitchFamily="34" charset="-122"/>
              <a:cs typeface="+mn-cs"/>
            </a:rPr>
            <a:t>平台</a:t>
          </a:r>
          <a:endParaRPr lang="zh-CN" sz="1400" kern="1200" dirty="0">
            <a:latin typeface="微软雅黑" panose="020B0503020204020204" pitchFamily="34" charset="-122"/>
            <a:ea typeface="微软雅黑" panose="020B0503020204020204" pitchFamily="34" charset="-122"/>
            <a:cs typeface="+mn-cs"/>
          </a:endParaRPr>
        </a:p>
      </dsp:txBody>
      <dsp:txXfrm>
        <a:off x="9554660" y="3457987"/>
        <a:ext cx="1165423" cy="561923"/>
      </dsp:txXfrm>
    </dsp:sp>
    <dsp:sp modelId="{FCF7FA09-DF88-4A61-9695-0DC36D268D20}">
      <dsp:nvSpPr>
        <dsp:cNvPr id="0" name=""/>
        <dsp:cNvSpPr/>
      </dsp:nvSpPr>
      <dsp:spPr>
        <a:xfrm rot="17700000">
          <a:off x="10284284" y="1892667"/>
          <a:ext cx="1165423" cy="5619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CircleAccentTimeline">
  <dgm:title val=""/>
  <dgm:desc val=""/>
  <dgm:catLst>
    <dgm:cat type="process" pri="7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41" srcId="1" destId="11" srcOrd="0" destOrd="0"/>
        <dgm:cxn modelId="42" srcId="1" destId="12" srcOrd="1" destOrd="0"/>
        <dgm:cxn modelId="5" srcId="0" destId="2" srcOrd="0" destOrd="0"/>
        <dgm:cxn modelId="51" srcId="2" destId="21" srcOrd="0" destOrd="0"/>
        <dgm:cxn modelId="52" srcId="2" destId="2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41" srcId="1" destId="11" srcOrd="0" destOrd="0"/>
        <dgm:cxn modelId="5" srcId="0" destId="2" srcOrd="0" destOrd="0"/>
        <dgm:cxn modelId="51" srcId="2" destId="21" srcOrd="0" destOrd="0"/>
      </dgm:cxnLst>
      <dgm:bg/>
      <dgm:whole/>
    </dgm:dataModel>
  </dgm:clrData>
  <dgm:layoutNode name="Name0">
    <dgm:varLst>
      <dgm:dir/>
    </dgm:varLst>
    <dgm:choose name="Name1">
      <dgm:if name="Name2" func="var" arg="dir" op="equ" val="norm">
        <dgm:alg type="lin">
          <dgm:param type="fallback" val="2D"/>
          <dgm:param type="nodeVertAlign" val="b"/>
        </dgm:alg>
      </dgm:if>
      <dgm:else name="Name3">
        <dgm:alg type="lin">
          <dgm:param type="fallback" val="2D"/>
          <dgm:param type="nodeVertAlign" val="b"/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h" for="ch" forName="parComposite" refType="h"/>
      <dgm:constr type="w" for="ch" forName="parComposite" refType="h" refFor="ch" refForName="parComposite" fact="0.4986"/>
      <dgm:constr type="h" for="ch" forName="desComposite" refType="h" fact="0.8722"/>
      <dgm:constr type="w" for="ch" forName="desComposite" refType="h" refFor="ch" refForName="desComposite" fact="0.6056"/>
      <dgm:constr type="w" for="ch" forName="parBackupNorm" refType="w" refFor="ch" refForName="parComposite" fact="-0.3369"/>
      <dgm:constr type="w" for="ch" forName="parBackupRTL" refType="w" refFor="ch" refForName="parComposite" fact="-0.3369"/>
      <dgm:constr type="w" for="ch" forName="parBackupRev" refType="w" refFor="ch" refForName="parComposite" fact="0"/>
      <dgm:constr type="w" for="ch" forName="desBackupLeftNorm" refType="w" refFor="ch" refForName="desComposite" fact="-0.3376"/>
      <dgm:constr type="w" for="ch" forName="desBackupLeftRev" refType="w" refFor="ch" refForName="desComposite" fact="-0.3376"/>
      <dgm:constr type="w" for="ch" forName="desBackupRightNorm" refType="w" refFor="ch" refForName="desComposite" fact="-0.3376"/>
      <dgm:constr type="w" for="ch" forName="desBackupRightRev" refType="w" refFor="ch" refForName="desComposite" fact="-0.3376"/>
      <dgm:constr type="w" for="ch" forName="parSpace" refType="w" refFor="ch" refForName="parComposite" fact="0.05"/>
      <dgm:constr type="w" for="ch" forName="desSpace" refType="w" refFor="ch" refForName="parComposite" fact="0.05"/>
      <dgm:constr type="primFontSz" for="des" forName="parTx" op="equ" val="65"/>
      <dgm:constr type="primFontSz" for="des" forName="chTx" refType="primFontSz" refFor="des" refForName="parTx" op="lte" val="65"/>
      <dgm:constr type="primFontSz" for="des" forName="desTx" refType="primFontSz" refFor="des" refForName="chTx" op="lte" val="65"/>
      <dgm:constr type="primFontSz" for="des" forName="desTx" refType="primFontSz" refFor="des" refForName="parTx" op="lte"/>
    </dgm:constrLst>
    <dgm:forEach name="Name4" axis="ch" ptType="node">
      <dgm:layoutNode name="parComposite">
        <dgm:alg type="composite"/>
        <dgm:shape xmlns:r="http://schemas.openxmlformats.org/officeDocument/2006/relationships" r:blip="">
          <dgm:adjLst/>
        </dgm:shape>
        <dgm:choose name="Name5">
          <dgm:if name="Name6" func="var" arg="dir" op="equ" val="norm">
            <dgm:constrLst>
              <dgm:constr type="l" for="ch" forName="parBigCircle"/>
              <dgm:constr type="ctrY" for="ch" forName="parBigCircle" refType="h" fact="0.5639"/>
              <dgm:constr type="w" for="ch" forName="parBigCircle" refType="w" fact="0.6631"/>
              <dgm:constr type="h" for="ch" forName="parBigCircle" refType="w" refFor="ch" refForName="parBigCircle"/>
              <dgm:constr type="r" for="ch" forName="parTx" refType="w"/>
              <dgm:constr type="t" for="ch" forName="parTx"/>
              <dgm:constr type="w" for="ch" forName="parTx" refType="w" fact="0.7084"/>
              <dgm:constr type="h" for="ch" forName="parTx" refType="h" fact="0.4562"/>
              <dgm:constr type="t" for="ch" forName="bSpace" refType="ctrY" refFor="ch" refForName="parBigCircle"/>
              <dgm:constr type="b" for="ch" forName="bSpace" refType="h"/>
              <dgm:constr type="l" for="ch" forName="bSpace"/>
              <dgm:constr type="w" for="ch" forName="bSpace" val="1"/>
            </dgm:constrLst>
          </dgm:if>
          <dgm:else name="Name7">
            <dgm:constrLst>
              <dgm:constr type="r" for="ch" forName="parBigCircle" refType="w"/>
              <dgm:constr type="ctrY" for="ch" forName="parBigCircle" refType="h" fact="0.5639"/>
              <dgm:constr type="w" for="ch" forName="parBigCircle" refType="w" fact="0.6631"/>
              <dgm:constr type="h" for="ch" forName="parBigCircle" refType="w" refFor="ch" refForName="parBigCircle"/>
              <dgm:constr type="l" for="ch" forName="parTx" fact="0"/>
              <dgm:constr type="t" for="ch" forName="parTx"/>
              <dgm:constr type="w" for="ch" forName="parTx" refType="w" fact="0.7084"/>
              <dgm:constr type="h" for="ch" forName="parTx" refType="h" fact="0.4562"/>
              <dgm:constr type="t" for="ch" forName="bSpace" refType="ctrY" refFor="ch" refForName="parBigCircle"/>
              <dgm:constr type="b" for="ch" forName="bSpace" refType="h"/>
              <dgm:constr type="r" for="ch" forName="bSpace"/>
              <dgm:constr type="w" for="ch" forName="bSpace" val="1"/>
            </dgm:constrLst>
          </dgm:else>
        </dgm:choose>
        <dgm:layoutNode name="parBigCircle" styleLbl="node0">
          <dgm:alg type="sp"/>
          <dgm:shape xmlns:r="http://schemas.openxmlformats.org/officeDocument/2006/relationships" type="donut" r:blip="">
            <dgm:adjLst>
              <dgm:adj idx="1" val="0.2"/>
            </dgm:adjLst>
          </dgm:shape>
          <dgm:presOf/>
          <dgm:constrLst>
            <dgm:constr type="h" refType="w" op="equ"/>
          </dgm:constrLst>
        </dgm:layoutNode>
        <dgm:layoutNode name="parTx" styleLbl="revTx">
          <dgm:choose name="Name8">
            <dgm:if name="Name9" func="var" arg="dir" op="equ" val="norm">
              <dgm:alg type="tx">
                <dgm:param type="autoTxRot" val="grav"/>
                <dgm:param type="parTxLTRAlign" val="l"/>
              </dgm:alg>
              <dgm:shape xmlns:r="http://schemas.openxmlformats.org/officeDocument/2006/relationships" rot="295" type="rect" r:blip="">
                <dgm:adjLst/>
              </dgm:shape>
              <dgm:presOf axis="self" ptType="node"/>
              <dgm:constrLst>
                <dgm:constr type="lMarg" refType="primFontSz" fact="0.2"/>
                <dgm:constr type="rMarg"/>
                <dgm:constr type="tMarg"/>
                <dgm:constr type="bMarg"/>
              </dgm:constrLst>
            </dgm:if>
            <dgm:else name="Name10">
              <dgm:alg type="tx">
                <dgm:param type="autoTxRot" val="grav"/>
                <dgm:param type="parTxLTRAlign" val="r"/>
              </dgm:alg>
              <dgm:shape xmlns:r="http://schemas.openxmlformats.org/officeDocument/2006/relationships" rot="65" type="rect" r:blip="">
                <dgm:adjLst/>
              </dgm:shape>
              <dgm:presOf axis="self" ptType="node"/>
              <dgm:constrLst>
                <dgm:constr type="lMarg"/>
                <dgm:constr type="rMarg" refType="primFontSz" fact="0.2"/>
                <dgm:constr type="tMarg"/>
                <dgm:constr type="bMarg"/>
              </dgm:constrLst>
            </dgm:else>
          </dgm:choose>
          <dgm:ruleLst>
            <dgm:rule type="primFontSz" val="5" fact="NaN" max="NaN"/>
          </dgm:ruleLst>
        </dgm:layoutNode>
        <dgm:layoutNode name="bSpace">
          <dgm:alg type="sp"/>
          <dgm:shape xmlns:r="http://schemas.openxmlformats.org/officeDocument/2006/relationships" r:blip="">
            <dgm:adjLst/>
          </dgm:shape>
          <dgm:presOf/>
        </dgm:layoutNode>
      </dgm:layoutNode>
      <dgm:choose name="Name11">
        <dgm:if name="Name12" func="var" arg="dir" op="equ" val="norm">
          <dgm:layoutNode name="parBackupNorm">
            <dgm:alg type="sp"/>
            <dgm:shape xmlns:r="http://schemas.openxmlformats.org/officeDocument/2006/relationships" r:blip="">
              <dgm:adjLst/>
            </dgm:shape>
            <dgm:presOf/>
          </dgm:layoutNode>
        </dgm:if>
        <dgm:else name="Name13">
          <dgm:layoutNode name="parBackupRTL">
            <dgm:alg type="sp"/>
            <dgm:shape xmlns:r="http://schemas.openxmlformats.org/officeDocument/2006/relationships" r:blip="">
              <dgm:adjLst/>
            </dgm:shape>
            <dgm:presOf/>
          </dgm:layoutNode>
        </dgm:else>
      </dgm:choose>
      <dgm:forEach name="Name14" axis="followSib" ptType="sibTrans" hideLastTrans="0" cnt="1">
        <dgm:layoutNode name="parSpace">
          <dgm:alg type="sp"/>
          <dgm:shape xmlns:r="http://schemas.openxmlformats.org/officeDocument/2006/relationships" r:blip="">
            <dgm:adjLst/>
          </dgm:shape>
          <dgm:presOf/>
        </dgm:layoutNode>
      </dgm:forEach>
      <dgm:forEach name="Name15" axis="ch" ptType="node">
        <dgm:choose name="Name16">
          <dgm:if name="Name17" func="var" arg="dir" op="equ" val="norm">
            <dgm:layoutNode name="desBackupLeftNorm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if>
          <dgm:else name="Name18">
            <dgm:choose name="Name19">
              <dgm:if name="Name20" axis="self" ptType="node" func="pos" op="equ" val="1">
                <dgm:layoutNode name="desBackupRightRev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21"/>
            </dgm:choose>
          </dgm:else>
        </dgm:choose>
        <dgm:layoutNode name="desComposite">
          <dgm:alg type="composite"/>
          <dgm:shape xmlns:r="http://schemas.openxmlformats.org/officeDocument/2006/relationships" r:blip="">
            <dgm:adjLst/>
          </dgm:shape>
          <dgm:choose name="Name22">
            <dgm:if name="Name23" func="var" arg="dir" op="equ" val="norm">
              <dgm:constrLst>
                <dgm:constr type="ctrX" for="ch" forName="desCircle" refType="w" fact="0.5"/>
                <dgm:constr type="ctrY" for="ch" forName="desCircle" refType="h" fact="0.5"/>
                <dgm:constr type="w" for="ch" forName="desCircle" refType="w" fact="0.3249"/>
                <dgm:constr type="h" for="ch" forName="desCircle" refType="w" refFor="ch" refForName="desCircle"/>
                <dgm:constr type="l" for="ch" forName="chTx"/>
                <dgm:constr type="b" for="ch" forName="chTx" refType="h"/>
                <dgm:constr type="w" for="ch" forName="chTx" refType="w" fact="0.5786"/>
                <dgm:constr type="h" for="ch" forName="chTx" refType="h" fact="0.4525"/>
                <dgm:constr type="r" for="ch" forName="desTx" refType="w"/>
                <dgm:constr type="t" for="ch" forName="desTx"/>
                <dgm:constr type="w" for="ch" forName="desTx" refType="w" fact="0.5786"/>
                <dgm:constr type="h" for="ch" forName="desTx" refType="h" fact="0.4525"/>
              </dgm:constrLst>
            </dgm:if>
            <dgm:else name="Name24">
              <dgm:constrLst>
                <dgm:constr type="ctrX" for="ch" forName="desCircle" refType="w" fact="0.5"/>
                <dgm:constr type="ctrY" for="ch" forName="desCircle" refType="h" fact="0.5"/>
                <dgm:constr type="w" for="ch" forName="desCircle" refType="w" fact="0.3249"/>
                <dgm:constr type="h" for="ch" forName="desCircle" refType="w" refFor="ch" refForName="desCircle"/>
                <dgm:constr type="r" for="ch" forName="chTx" refType="w"/>
                <dgm:constr type="b" for="ch" forName="chTx" refType="h"/>
                <dgm:constr type="w" for="ch" forName="chTx" refType="w" fact="0.5786"/>
                <dgm:constr type="h" for="ch" forName="chTx" refType="h" fact="0.4525"/>
                <dgm:constr type="l" for="ch" forName="desTx"/>
                <dgm:constr type="t" for="ch" forName="desTx"/>
                <dgm:constr type="w" for="ch" forName="desTx" refType="w" fact="0.5786"/>
                <dgm:constr type="h" for="ch" forName="desTx" refType="h" fact="0.4525"/>
              </dgm:constrLst>
            </dgm:else>
          </dgm:choose>
          <dgm:layoutNode name="desCircle" styleLbl="node1">
            <dgm:alg type="sp"/>
            <dgm:shape xmlns:r="http://schemas.openxmlformats.org/officeDocument/2006/relationships" type="ellipse" r:blip="">
              <dgm:adjLst/>
            </dgm:shape>
            <dgm:presOf/>
            <dgm:constrLst>
              <dgm:constr type="h" refType="w" op="equ"/>
            </dgm:constrLst>
          </dgm:layoutNode>
          <dgm:layoutNode name="chTx" styleLbl="revTx">
            <dgm:choose name="Name25">
              <dgm:if name="Name26" func="var" arg="dir" op="equ" val="norm">
                <dgm:alg type="tx">
                  <dgm:param type="autoTxRot" val="grav"/>
                  <dgm:param type="parTxLTRAlign" val="r"/>
                  <dgm:param type="txAnchorVert" val="mid"/>
                  <dgm:param type="txAnchorVertCh" val="mid"/>
                </dgm:alg>
                <dgm:shape xmlns:r="http://schemas.openxmlformats.org/officeDocument/2006/relationships" rot="295" type="rect" r:blip="">
                  <dgm:adjLst/>
                </dgm:shape>
                <dgm:presOf axis="self" ptType="node"/>
              </dgm:if>
              <dgm:else name="Name27">
                <dgm:alg type="tx">
                  <dgm:param type="autoTxRot" val="grav"/>
                  <dgm:param type="parTxLTRAlign" val="l"/>
                  <dgm:param type="txAnchorVert" val="mid"/>
                  <dgm:param type="txAnchorVertCh" val="mid"/>
                </dgm:alg>
                <dgm:shape xmlns:r="http://schemas.openxmlformats.org/officeDocument/2006/relationships" rot="65" type="rect" r:blip="">
                  <dgm:adjLst/>
                </dgm:shape>
                <dgm:presOf axis="self" ptType="node"/>
              </dgm:else>
            </dgm:choose>
            <dgm:choose name="Name28">
              <dgm:if name="Name29" func="var" arg="dir" op="equ" val="norm">
                <dgm:constrLst>
                  <dgm:constr type="lMarg"/>
                  <dgm:constr type="rMarg" refType="primFontSz" fact="0.2"/>
                  <dgm:constr type="tMarg"/>
                  <dgm:constr type="bMarg"/>
                </dgm:constrLst>
              </dgm:if>
              <dgm:else name="Name30">
                <dgm:constrLst>
                  <dgm:constr type="rMarg"/>
                  <dgm:constr type="lMarg" refType="primFontSz" fact="0.2"/>
                  <dgm:constr type="tMarg"/>
                  <dgm:constr type="bMarg"/>
                </dgm:constrLst>
              </dgm:else>
            </dgm:choose>
            <dgm:ruleLst>
              <dgm:rule type="primFontSz" val="5" fact="NaN" max="NaN"/>
            </dgm:ruleLst>
          </dgm:layoutNode>
          <dgm:layoutNode name="desTx" styleLbl="revTx">
            <dgm:varLst>
              <dgm:bulletEnabled val="1"/>
            </dgm:varLst>
            <dgm:choose name="Name31">
              <dgm:if name="Name32" func="var" arg="dir" op="equ" val="norm">
                <dgm:alg type="tx">
                  <dgm:param type="autoTxRot" val="grav"/>
                  <dgm:param type="parTxLTRAlign" val="l"/>
                  <dgm:param type="shpTxLTRAlignCh" val="l"/>
                  <dgm:param type="stBulletLvl" val="1"/>
                  <dgm:param type="txAnchorVert" val="mid"/>
                </dgm:alg>
                <dgm:shape xmlns:r="http://schemas.openxmlformats.org/officeDocument/2006/relationships" rot="295" type="rect" r:blip="">
                  <dgm:adjLst/>
                </dgm:shape>
                <dgm:presOf axis="des" ptType="node"/>
              </dgm:if>
              <dgm:else name="Name33">
                <dgm:alg type="tx">
                  <dgm:param type="autoTxRot" val="grav"/>
                  <dgm:param type="parTxLTRAlign" val="r"/>
                  <dgm:param type="shpTxLTRAlignCh" val="r"/>
                  <dgm:param type="stBulletLvl" val="1"/>
                  <dgm:param type="txAnchorVert" val="mid"/>
                </dgm:alg>
                <dgm:shape xmlns:r="http://schemas.openxmlformats.org/officeDocument/2006/relationships" rot="65" type="rect" r:blip="">
                  <dgm:adjLst/>
                </dgm:shape>
                <dgm:presOf axis="des" ptType="node"/>
              </dgm:else>
            </dgm:choose>
            <dgm:choose name="Name34">
              <dgm:if name="Name35" func="var" arg="dir" op="equ" val="norm">
                <dgm:constrLst>
                  <dgm:constr type="rMarg"/>
                  <dgm:constr type="lMarg" refType="primFontSz" fact="0.2"/>
                  <dgm:constr type="tMarg"/>
                  <dgm:constr type="bMarg"/>
                </dgm:constrLst>
              </dgm:if>
              <dgm:else name="Name36">
                <dgm:constrLst>
                  <dgm:constr type="lMarg"/>
                  <dgm:constr type="rMarg" refType="primFontSz" fact="0.2"/>
                  <dgm:constr type="tMarg"/>
                  <dgm:constr type="bMarg"/>
                </dgm:constrLst>
              </dgm:else>
            </dgm:choose>
            <dgm:ruleLst>
              <dgm:rule type="primFontSz" val="5" fact="NaN" max="NaN"/>
            </dgm:ruleLst>
          </dgm:layoutNode>
        </dgm:layoutNode>
        <dgm:layoutNode name="desBackupRightNorm">
          <dgm:alg type="sp"/>
          <dgm:shape xmlns:r="http://schemas.openxmlformats.org/officeDocument/2006/relationships" r:blip="">
            <dgm:adjLst/>
          </dgm:shape>
          <dgm:presOf/>
        </dgm:layoutNode>
        <dgm:choose name="Name37">
          <dgm:if name="Name38" func="var" arg="dir" op="neq" val="norm">
            <dgm:choose name="Name39">
              <dgm:if name="Name40" axis="self" ptType="node" func="revPos" op="neq" val="1">
                <dgm:layoutNode name="desBackupLeftRev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41"/>
            </dgm:choose>
          </dgm:if>
          <dgm:else name="Name42"/>
        </dgm:choose>
        <dgm:forEach name="Name43" axis="followSib" ptType="sibTrans" hideLastTrans="0" cnt="1">
          <dgm:layoutNode name="desSpace">
            <dgm:alg type="sp"/>
            <dgm:shape xmlns:r="http://schemas.openxmlformats.org/officeDocument/2006/relationships" r:blip="">
              <dgm:adjLst/>
            </dgm:shape>
            <dgm:presOf/>
          </dgm:layoutNode>
        </dgm:forEach>
      </dgm:forEach>
      <dgm:choose name="Name44">
        <dgm:if name="Name45" func="var" arg="dir" op="neq" val="norm">
          <dgm:layoutNode name="parBackupRev">
            <dgm:alg type="sp"/>
            <dgm:shape xmlns:r="http://schemas.openxmlformats.org/officeDocument/2006/relationships" r:blip="">
              <dgm:adjLst/>
            </dgm:shape>
            <dgm:presOf/>
          </dgm:layoutNode>
        </dgm:if>
        <dgm:else name="Name4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latinLnBrk="0">
              <a:defRPr lang="zh-CN" sz="1200"/>
            </a:lvl1pPr>
          </a:lstStyle>
          <a:p>
            <a:endParaRPr lang="zh-CN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latinLnBrk="0">
              <a:defRPr lang="zh-CN" sz="1200"/>
            </a:lvl1pPr>
          </a:lstStyle>
          <a:p>
            <a:fld id="{FD13C26D-7501-41EB-9D92-09B4C77D7B37}" type="datetimeFigureOut">
              <a:rPr lang="en-US" altLang="zh-CN"/>
              <a:t>4/13/2016</a:t>
            </a:fld>
            <a:endParaRPr 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latinLnBrk="0">
              <a:defRPr lang="zh-CN" sz="1200"/>
            </a:lvl1pPr>
          </a:lstStyle>
          <a:p>
            <a:endParaRPr lang="zh-CN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latinLnBrk="0">
              <a:defRPr lang="zh-CN" sz="1200"/>
            </a:lvl1pPr>
          </a:lstStyle>
          <a:p>
            <a:fld id="{1512FD85-CECC-4948-A095-70901409FCED}" type="slidenum">
              <a:rPr lang="zh-CN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2423827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latinLnBrk="0">
              <a:defRPr lang="zh-CN" sz="1200"/>
            </a:lvl1pPr>
          </a:lstStyle>
          <a:p>
            <a:endParaRPr lang="zh-CN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latinLnBrk="0">
              <a:defRPr lang="zh-CN" sz="1200"/>
            </a:lvl1pPr>
          </a:lstStyle>
          <a:p>
            <a:fld id="{613CAC40-61BA-4CFD-BB18-90E1535C2035}" type="datetimeFigureOut">
              <a:t>2016-04-13</a:t>
            </a:fld>
            <a:endParaRPr lang="zh-CN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latinLnBrk="0">
              <a:defRPr lang="zh-CN" sz="1200"/>
            </a:lvl1pPr>
          </a:lstStyle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latinLnBrk="0">
              <a:defRPr lang="zh-CN" sz="1200"/>
            </a:lvl1pPr>
          </a:lstStyle>
          <a:p>
            <a:fld id="{07C6B885-8D1A-4056-ABC0-73F2F983808E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7922968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zh-CN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 latinLnBrk="0">
              <a:defRPr lang="zh-CN"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 latinLnBrk="0">
              <a:buNone/>
              <a:defRPr lang="zh-CN"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 latinLnBrk="0">
              <a:buNone/>
              <a:defRPr lang="zh-CN" sz="2800"/>
            </a:lvl2pPr>
            <a:lvl3pPr marL="914400" indent="0" algn="ctr" latinLnBrk="0">
              <a:buNone/>
              <a:defRPr lang="zh-CN" sz="2400"/>
            </a:lvl3pPr>
            <a:lvl4pPr marL="1371600" indent="0" algn="ctr" latinLnBrk="0">
              <a:buNone/>
              <a:defRPr lang="zh-CN" sz="2000"/>
            </a:lvl4pPr>
            <a:lvl5pPr marL="1828800" indent="0" algn="ctr" latinLnBrk="0">
              <a:buNone/>
              <a:defRPr lang="zh-CN" sz="2000"/>
            </a:lvl5pPr>
            <a:lvl6pPr marL="2286000" indent="0" algn="ctr" latinLnBrk="0">
              <a:buNone/>
              <a:defRPr lang="zh-CN" sz="2000"/>
            </a:lvl6pPr>
            <a:lvl7pPr marL="2743200" indent="0" algn="ctr" latinLnBrk="0">
              <a:buNone/>
              <a:defRPr lang="zh-CN" sz="2000"/>
            </a:lvl7pPr>
            <a:lvl8pPr marL="3200400" indent="0" algn="ctr" latinLnBrk="0">
              <a:buNone/>
              <a:defRPr lang="zh-CN" sz="2000"/>
            </a:lvl8pPr>
            <a:lvl9pPr marL="3657600" indent="0" algn="ctr" latinLnBrk="0">
              <a:buNone/>
              <a:defRPr lang="zh-CN" sz="2000"/>
            </a:lvl9pPr>
          </a:lstStyle>
          <a:p>
            <a:r>
              <a:rPr lang="zh-CN" altLang="en-US" smtClean="0"/>
              <a:t>单击此处编辑母版副标题样式</a:t>
            </a:r>
            <a:endParaRPr lang="zh-CN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24893-DBDA-4BFA-9CE1-4BFE7CD0F8CF}" type="datetime1">
              <a:t>2016-04-13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942361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D3E9E-A95C-48F2-B4BF-A71542E0BE9A}" type="datetime1">
              <a:t>2016-04-13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405082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 latinLnBrk="0">
              <a:defRPr lang="zh-CN" sz="6000" b="0"/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 latinLnBrk="0">
              <a:buNone/>
              <a:defRPr lang="zh-CN"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latinLnBrk="0">
              <a:buNone/>
              <a:defRPr lang="zh-CN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latinLnBrk="0">
              <a:buNone/>
              <a:defRPr lang="zh-CN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F84E2-2D7A-43CF-AC90-352A289A783A}" type="datetime1">
              <a:t>2016-04-13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043559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8800"/>
            <a:ext cx="5181600" cy="4351337"/>
          </a:xfrm>
        </p:spPr>
        <p:txBody>
          <a:bodyPr/>
          <a:lstStyle>
            <a:lvl1pPr latinLnBrk="0">
              <a:defRPr lang="zh-CN" sz="2400"/>
            </a:lvl1pPr>
            <a:lvl2pPr latinLnBrk="0">
              <a:defRPr lang="zh-CN" sz="2000"/>
            </a:lvl2pPr>
            <a:lvl3pPr latinLnBrk="0">
              <a:defRPr lang="zh-CN" sz="1800"/>
            </a:lvl3pPr>
            <a:lvl4pPr latinLnBrk="0">
              <a:defRPr lang="zh-CN" sz="1600"/>
            </a:lvl4pPr>
            <a:lvl5pPr latinLnBrk="0">
              <a:defRPr lang="zh-CN" sz="1600"/>
            </a:lvl5pPr>
            <a:lvl6pPr latinLnBrk="0">
              <a:defRPr lang="zh-CN" sz="1800"/>
            </a:lvl6pPr>
            <a:lvl7pPr latinLnBrk="0">
              <a:defRPr lang="zh-CN" sz="1800"/>
            </a:lvl7pPr>
            <a:lvl8pPr latinLnBrk="0">
              <a:defRPr lang="zh-CN" sz="1800"/>
            </a:lvl8pPr>
            <a:lvl9pPr latinLnBrk="0">
              <a:defRPr lang="zh-CN"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>
            <a:lvl1pPr latinLnBrk="0">
              <a:defRPr lang="zh-CN" sz="2400"/>
            </a:lvl1pPr>
            <a:lvl2pPr latinLnBrk="0">
              <a:defRPr lang="zh-CN" sz="2000"/>
            </a:lvl2pPr>
            <a:lvl3pPr latinLnBrk="0">
              <a:defRPr lang="zh-CN" sz="1800"/>
            </a:lvl3pPr>
            <a:lvl4pPr latinLnBrk="0">
              <a:defRPr lang="zh-CN" sz="1600"/>
            </a:lvl4pPr>
            <a:lvl5pPr latinLnBrk="0">
              <a:defRPr lang="zh-CN" sz="1600"/>
            </a:lvl5pPr>
            <a:lvl6pPr latinLnBrk="0">
              <a:defRPr lang="zh-CN" sz="1800"/>
            </a:lvl6pPr>
            <a:lvl7pPr latinLnBrk="0">
              <a:defRPr lang="zh-CN" sz="1800"/>
            </a:lvl7pPr>
            <a:lvl8pPr latinLnBrk="0">
              <a:defRPr lang="zh-CN" sz="1800"/>
            </a:lvl8pPr>
            <a:lvl9pPr latinLnBrk="0">
              <a:defRPr lang="zh-CN"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952B5-7A2F-4CC8-B7CE-9234E21C2837}" type="datetime1">
              <a:t>2016-04-13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42493787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41248" y="1681851"/>
            <a:ext cx="5156200" cy="731520"/>
          </a:xfrm>
        </p:spPr>
        <p:txBody>
          <a:bodyPr anchor="b">
            <a:normAutofit/>
          </a:bodyPr>
          <a:lstStyle>
            <a:lvl1pPr marL="0" indent="0" latinLnBrk="0">
              <a:buNone/>
              <a:defRPr lang="zh-CN" sz="2400" b="1"/>
            </a:lvl1pPr>
            <a:lvl2pPr marL="457200" indent="0" latinLnBrk="0">
              <a:buNone/>
              <a:defRPr lang="zh-CN" sz="2000" b="1"/>
            </a:lvl2pPr>
            <a:lvl3pPr marL="914400" indent="0" latinLnBrk="0">
              <a:buNone/>
              <a:defRPr lang="zh-CN" sz="1800" b="1"/>
            </a:lvl3pPr>
            <a:lvl4pPr marL="1371600" indent="0" latinLnBrk="0">
              <a:buNone/>
              <a:defRPr lang="zh-CN" sz="1600" b="1"/>
            </a:lvl4pPr>
            <a:lvl5pPr marL="1828800" indent="0" latinLnBrk="0">
              <a:buNone/>
              <a:defRPr lang="zh-CN" sz="1600" b="1"/>
            </a:lvl5pPr>
            <a:lvl6pPr marL="2286000" indent="0" latinLnBrk="0">
              <a:buNone/>
              <a:defRPr lang="zh-CN" sz="1600" b="1"/>
            </a:lvl6pPr>
            <a:lvl7pPr marL="2743200" indent="0" latinLnBrk="0">
              <a:buNone/>
              <a:defRPr lang="zh-CN" sz="1600" b="1"/>
            </a:lvl7pPr>
            <a:lvl8pPr marL="3200400" indent="0" latinLnBrk="0">
              <a:buNone/>
              <a:defRPr lang="zh-CN" sz="1600" b="1"/>
            </a:lvl8pPr>
            <a:lvl9pPr marL="3657600" indent="0" latinLnBrk="0">
              <a:buNone/>
              <a:defRPr lang="zh-CN"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41248" y="2507550"/>
            <a:ext cx="5156200" cy="3728258"/>
          </a:xfrm>
        </p:spPr>
        <p:txBody>
          <a:bodyPr/>
          <a:lstStyle>
            <a:lvl1pPr latinLnBrk="0">
              <a:defRPr lang="zh-CN" sz="2400"/>
            </a:lvl1pPr>
            <a:lvl2pPr latinLnBrk="0">
              <a:defRPr lang="zh-CN" sz="2000"/>
            </a:lvl2pPr>
            <a:lvl3pPr latinLnBrk="0">
              <a:defRPr lang="zh-CN" sz="1800"/>
            </a:lvl3pPr>
            <a:lvl4pPr latinLnBrk="0">
              <a:defRPr lang="zh-CN" sz="1600"/>
            </a:lvl4pPr>
            <a:lvl5pPr latinLnBrk="0">
              <a:defRPr lang="zh-CN" sz="1600"/>
            </a:lvl5pPr>
            <a:lvl6pPr latinLnBrk="0">
              <a:defRPr lang="zh-CN" sz="1600"/>
            </a:lvl6pPr>
            <a:lvl7pPr latinLnBrk="0">
              <a:defRPr lang="zh-CN" sz="1600"/>
            </a:lvl7pPr>
            <a:lvl8pPr latinLnBrk="0">
              <a:defRPr lang="zh-CN" sz="1600"/>
            </a:lvl8pPr>
            <a:lvl9pPr latinLnBrk="0">
              <a:defRPr lang="zh-CN"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15064" y="1681851"/>
            <a:ext cx="5157787" cy="731520"/>
          </a:xfrm>
        </p:spPr>
        <p:txBody>
          <a:bodyPr anchor="b"/>
          <a:lstStyle>
            <a:lvl1pPr marL="0" indent="0" latinLnBrk="0">
              <a:buNone/>
              <a:defRPr lang="zh-CN" sz="2400" b="1"/>
            </a:lvl1pPr>
            <a:lvl2pPr marL="457200" indent="0" latinLnBrk="0">
              <a:buNone/>
              <a:defRPr lang="zh-CN" sz="2000" b="1"/>
            </a:lvl2pPr>
            <a:lvl3pPr marL="914400" indent="0" latinLnBrk="0">
              <a:buNone/>
              <a:defRPr lang="zh-CN" sz="1800" b="1"/>
            </a:lvl3pPr>
            <a:lvl4pPr marL="1371600" indent="0" latinLnBrk="0">
              <a:buNone/>
              <a:defRPr lang="zh-CN" sz="1600" b="1"/>
            </a:lvl4pPr>
            <a:lvl5pPr marL="1828800" indent="0" latinLnBrk="0">
              <a:buNone/>
              <a:defRPr lang="zh-CN" sz="1600" b="1"/>
            </a:lvl5pPr>
            <a:lvl6pPr marL="2286000" indent="0" latinLnBrk="0">
              <a:buNone/>
              <a:defRPr lang="zh-CN" sz="1600" b="1"/>
            </a:lvl6pPr>
            <a:lvl7pPr marL="2743200" indent="0" latinLnBrk="0">
              <a:buNone/>
              <a:defRPr lang="zh-CN" sz="1600" b="1"/>
            </a:lvl7pPr>
            <a:lvl8pPr marL="3200400" indent="0" latinLnBrk="0">
              <a:buNone/>
              <a:defRPr lang="zh-CN" sz="1600" b="1"/>
            </a:lvl8pPr>
            <a:lvl9pPr marL="3657600" indent="0" latinLnBrk="0">
              <a:buNone/>
              <a:defRPr lang="zh-CN"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15064" y="2507550"/>
            <a:ext cx="5157787" cy="3728258"/>
          </a:xfrm>
        </p:spPr>
        <p:txBody>
          <a:bodyPr/>
          <a:lstStyle>
            <a:lvl1pPr latinLnBrk="0">
              <a:defRPr lang="zh-CN" sz="2400"/>
            </a:lvl1pPr>
            <a:lvl2pPr latinLnBrk="0">
              <a:defRPr lang="zh-CN" sz="2000"/>
            </a:lvl2pPr>
            <a:lvl3pPr latinLnBrk="0">
              <a:defRPr lang="zh-CN" sz="1800"/>
            </a:lvl3pPr>
            <a:lvl4pPr latinLnBrk="0">
              <a:defRPr lang="zh-CN" sz="1600"/>
            </a:lvl4pPr>
            <a:lvl5pPr latinLnBrk="0">
              <a:defRPr lang="zh-CN" sz="1600"/>
            </a:lvl5pPr>
            <a:lvl6pPr latinLnBrk="0">
              <a:defRPr lang="zh-CN" sz="1600"/>
            </a:lvl6pPr>
            <a:lvl7pPr latinLnBrk="0">
              <a:defRPr lang="zh-CN" sz="1600"/>
            </a:lvl7pPr>
            <a:lvl8pPr latinLnBrk="0">
              <a:defRPr lang="zh-CN" sz="1600"/>
            </a:lvl8pPr>
            <a:lvl9pPr latinLnBrk="0">
              <a:defRPr lang="zh-CN"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DA07A-9201-4B4B-BAF2-015AFA30F520}" type="datetime1">
              <a:t>2016-04-13</a:t>
            </a:fld>
            <a:endParaRPr 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0723781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7E00A-486F-4252-8B1D-E32645521F49}" type="datetime1">
              <a:t>2016-04-13</a:t>
            </a:fld>
            <a:endParaRPr 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68188669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F5F92-E675-4B36-9A60-69A962A68675}" type="datetime1">
              <a:t>2016-04-13</a:t>
            </a:fld>
            <a:endParaRPr 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492262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 latinLnBrk="0">
              <a:defRPr lang="zh-CN" sz="3200" b="0"/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1600" y="990600"/>
            <a:ext cx="6039484" cy="4876800"/>
          </a:xfrm>
        </p:spPr>
        <p:txBody>
          <a:bodyPr>
            <a:normAutofit/>
          </a:bodyPr>
          <a:lstStyle>
            <a:lvl1pPr latinLnBrk="0">
              <a:defRPr lang="zh-CN" sz="2400"/>
            </a:lvl1pPr>
            <a:lvl2pPr latinLnBrk="0">
              <a:defRPr lang="zh-CN" sz="2000"/>
            </a:lvl2pPr>
            <a:lvl3pPr latinLnBrk="0">
              <a:defRPr lang="zh-CN" sz="1800"/>
            </a:lvl3pPr>
            <a:lvl4pPr latinLnBrk="0">
              <a:defRPr lang="zh-CN" sz="1600"/>
            </a:lvl4pPr>
            <a:lvl5pPr latinLnBrk="0">
              <a:defRPr lang="zh-CN" sz="1600"/>
            </a:lvl5pPr>
            <a:lvl6pPr latinLnBrk="0">
              <a:defRPr lang="zh-CN" sz="2000"/>
            </a:lvl6pPr>
            <a:lvl7pPr latinLnBrk="0">
              <a:defRPr lang="zh-CN" sz="2000"/>
            </a:lvl7pPr>
            <a:lvl8pPr latinLnBrk="0">
              <a:defRPr lang="zh-CN" sz="2000"/>
            </a:lvl8pPr>
            <a:lvl9pPr latinLnBrk="0">
              <a:defRPr lang="zh-CN"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 latinLnBrk="0">
              <a:lnSpc>
                <a:spcPct val="100000"/>
              </a:lnSpc>
              <a:buNone/>
              <a:defRPr lang="zh-CN" sz="1400"/>
            </a:lvl1pPr>
            <a:lvl2pPr marL="457200" indent="0" latinLnBrk="0">
              <a:buNone/>
              <a:defRPr lang="zh-CN" sz="1200"/>
            </a:lvl2pPr>
            <a:lvl3pPr marL="914400" indent="0" latinLnBrk="0">
              <a:buNone/>
              <a:defRPr lang="zh-CN" sz="1000"/>
            </a:lvl3pPr>
            <a:lvl4pPr marL="1371600" indent="0" latinLnBrk="0">
              <a:buNone/>
              <a:defRPr lang="zh-CN" sz="900"/>
            </a:lvl4pPr>
            <a:lvl5pPr marL="1828800" indent="0" latinLnBrk="0">
              <a:buNone/>
              <a:defRPr lang="zh-CN" sz="900"/>
            </a:lvl5pPr>
            <a:lvl6pPr marL="2286000" indent="0" latinLnBrk="0">
              <a:buNone/>
              <a:defRPr lang="zh-CN" sz="900"/>
            </a:lvl6pPr>
            <a:lvl7pPr marL="2743200" indent="0" latinLnBrk="0">
              <a:buNone/>
              <a:defRPr lang="zh-CN" sz="900"/>
            </a:lvl7pPr>
            <a:lvl8pPr marL="3200400" indent="0" latinLnBrk="0">
              <a:buNone/>
              <a:defRPr lang="zh-CN" sz="900"/>
            </a:lvl8pPr>
            <a:lvl9pPr marL="3657600" indent="0" latinLnBrk="0">
              <a:buNone/>
              <a:defRPr lang="zh-CN"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6E2C9B-5FA2-460D-9BE7-B0812FC2A6FF}" type="datetime1">
              <a:t>2016-04-13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4838976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 latinLnBrk="0">
              <a:defRPr lang="zh-CN" sz="3200" b="0"/>
            </a:lvl1pPr>
          </a:lstStyle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041136" cy="4876800"/>
          </a:xfrm>
        </p:spPr>
        <p:txBody>
          <a:bodyPr>
            <a:normAutofit/>
          </a:bodyPr>
          <a:lstStyle>
            <a:lvl1pPr marL="0" indent="0" algn="ctr" latinLnBrk="0">
              <a:buNone/>
              <a:defRPr lang="zh-CN" sz="2400"/>
            </a:lvl1pPr>
            <a:lvl2pPr marL="457200" indent="0" latinLnBrk="0">
              <a:buNone/>
              <a:defRPr lang="zh-CN" sz="2800"/>
            </a:lvl2pPr>
            <a:lvl3pPr marL="914400" indent="0" latinLnBrk="0">
              <a:buNone/>
              <a:defRPr lang="zh-CN" sz="2400"/>
            </a:lvl3pPr>
            <a:lvl4pPr marL="1371600" indent="0" latinLnBrk="0">
              <a:buNone/>
              <a:defRPr lang="zh-CN" sz="2000"/>
            </a:lvl4pPr>
            <a:lvl5pPr marL="1828800" indent="0" latinLnBrk="0">
              <a:buNone/>
              <a:defRPr lang="zh-CN" sz="2000"/>
            </a:lvl5pPr>
            <a:lvl6pPr marL="2286000" indent="0" latinLnBrk="0">
              <a:buNone/>
              <a:defRPr lang="zh-CN" sz="2000"/>
            </a:lvl6pPr>
            <a:lvl7pPr marL="2743200" indent="0" latinLnBrk="0">
              <a:buNone/>
              <a:defRPr lang="zh-CN" sz="2000"/>
            </a:lvl7pPr>
            <a:lvl8pPr marL="3200400" indent="0" latinLnBrk="0">
              <a:buNone/>
              <a:defRPr lang="zh-CN" sz="2000"/>
            </a:lvl8pPr>
            <a:lvl9pPr marL="3657600" indent="0" latinLnBrk="0">
              <a:buNone/>
              <a:defRPr lang="zh-CN" sz="2000"/>
            </a:lvl9pPr>
          </a:lstStyle>
          <a:p>
            <a:r>
              <a:rPr lang="zh-CN" altLang="en-US" smtClean="0"/>
              <a:t>单击图标添加图片</a:t>
            </a:r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 latinLnBrk="0">
              <a:lnSpc>
                <a:spcPct val="100000"/>
              </a:lnSpc>
              <a:buNone/>
              <a:defRPr lang="zh-CN" sz="1400"/>
            </a:lvl1pPr>
            <a:lvl2pPr marL="457200" indent="0" latinLnBrk="0">
              <a:buNone/>
              <a:defRPr lang="zh-CN" sz="1200"/>
            </a:lvl2pPr>
            <a:lvl3pPr marL="914400" indent="0" latinLnBrk="0">
              <a:buNone/>
              <a:defRPr lang="zh-CN" sz="1000"/>
            </a:lvl3pPr>
            <a:lvl4pPr marL="1371600" indent="0" latinLnBrk="0">
              <a:buNone/>
              <a:defRPr lang="zh-CN" sz="900"/>
            </a:lvl4pPr>
            <a:lvl5pPr marL="1828800" indent="0" latinLnBrk="0">
              <a:buNone/>
              <a:defRPr lang="zh-CN" sz="900"/>
            </a:lvl5pPr>
            <a:lvl6pPr marL="2286000" indent="0" latinLnBrk="0">
              <a:buNone/>
              <a:defRPr lang="zh-CN" sz="900"/>
            </a:lvl6pPr>
            <a:lvl7pPr marL="2743200" indent="0" latinLnBrk="0">
              <a:buNone/>
              <a:defRPr lang="zh-CN" sz="900"/>
            </a:lvl7pPr>
            <a:lvl8pPr marL="3200400" indent="0" latinLnBrk="0">
              <a:buNone/>
              <a:defRPr lang="zh-CN" sz="900"/>
            </a:lvl8pPr>
            <a:lvl9pPr marL="3657600" indent="0" latinLnBrk="0">
              <a:buNone/>
              <a:defRPr lang="zh-CN"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74940-A916-4C8B-9648-02A2D3898F9E}" type="datetime1">
              <a:t>2016-04-13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421661512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E5243-F52A-4D37-9694-EB26C6C31910}" type="datetime1">
              <a:t>2016-04-13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536256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274638"/>
            <a:ext cx="2628900" cy="589756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274638"/>
            <a:ext cx="7734300" cy="5897562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7B6E1-634A-48DC-9E8B-D894023267EF}" type="datetime1">
              <a:t>2016-04-13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358651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latinLnBrk="0">
              <a:defRPr lang="zh-CN" sz="11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5586B75A-687E-405C-8A0B-8D00578BA2C3}" type="datetime1">
              <a:rPr lang="en-US" altLang="zh-CN" smtClean="0"/>
              <a:pPr/>
              <a:t>4/13/2016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latinLnBrk="0">
              <a:defRPr lang="zh-CN" sz="110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latinLnBrk="0">
              <a:defRPr lang="zh-CN" sz="11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FAB73BC-B049-4115-A692-8D63A059BFB8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77551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iming>
    <p:tnLst>
      <p:par>
        <p:cTn id="1" dur="indefinite" restart="never" nodeType="tmRoot"/>
      </p:par>
    </p:tnLst>
  </p:timing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zh-CN" sz="3200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lang="zh-CN" sz="2400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lang="zh-CN" sz="2000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lang="zh-CN" sz="1800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lang="zh-CN" sz="1600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lang="zh-CN" sz="1600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zh-CN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855527" y="1087528"/>
            <a:ext cx="3454730" cy="215310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CN" altLang="en-US" sz="3600" dirty="0" smtClean="0">
                <a:solidFill>
                  <a:schemeClr val="bg1"/>
                </a:solidFill>
                <a:latin typeface="方正静蕾简体" panose="02000000000000000000" pitchFamily="2" charset="-122"/>
                <a:ea typeface="方正静蕾简体" panose="02000000000000000000" pitchFamily="2" charset="-122"/>
                <a:cs typeface="Verdana" panose="020B0604030504040204" pitchFamily="34" charset="0"/>
              </a:rPr>
              <a:t>我为什么可以</a:t>
            </a:r>
            <a:r>
              <a:rPr lang="en-US" altLang="zh-CN" sz="4000" dirty="0" smtClean="0">
                <a:solidFill>
                  <a:schemeClr val="bg1"/>
                </a:solidFill>
                <a:cs typeface="Verdana" panose="020B0604030504040204" pitchFamily="34" charset="0"/>
              </a:rPr>
              <a:t/>
            </a:r>
            <a:br>
              <a:rPr lang="en-US" altLang="zh-CN" sz="4000" dirty="0" smtClean="0">
                <a:solidFill>
                  <a:schemeClr val="bg1"/>
                </a:solidFill>
                <a:cs typeface="Verdana" panose="020B0604030504040204" pitchFamily="34" charset="0"/>
              </a:rPr>
            </a:br>
            <a:r>
              <a:rPr lang="zh-CN" altLang="en-US" sz="5000" dirty="0" smtClean="0">
                <a:solidFill>
                  <a:schemeClr val="bg1"/>
                </a:solidFill>
                <a:cs typeface="Verdana" panose="020B0604030504040204" pitchFamily="34" charset="0"/>
              </a:rPr>
              <a:t>持续成长</a:t>
            </a:r>
            <a:endParaRPr lang="zh-CN" altLang="en-US" sz="5000" dirty="0">
              <a:solidFill>
                <a:schemeClr val="bg1"/>
              </a:solidFill>
              <a:cs typeface="Verdana" panose="020B0604030504040204" pitchFamily="34" charset="0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7663542" y="1045025"/>
            <a:ext cx="3418115" cy="21772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7661567" y="3390407"/>
            <a:ext cx="3418115" cy="21772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7175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9462" y="1223699"/>
            <a:ext cx="3123017" cy="4521223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1861457" y="2601597"/>
            <a:ext cx="4497778" cy="1155830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5800" b="1" dirty="0">
                <a:solidFill>
                  <a:srgbClr val="D67024"/>
                </a:solidFill>
                <a:latin typeface="方正静蕾简体" panose="02000000000000000000" pitchFamily="2" charset="-122"/>
                <a:ea typeface="方正静蕾简体" panose="02000000000000000000" pitchFamily="2" charset="-122"/>
                <a:cs typeface="Verdana" panose="020B0604030504040204" pitchFamily="34" charset="0"/>
              </a:rPr>
              <a:t>这</a:t>
            </a:r>
            <a:r>
              <a:rPr lang="zh-CN" altLang="en-US" sz="5800" b="1" dirty="0" smtClean="0">
                <a:solidFill>
                  <a:srgbClr val="D67024"/>
                </a:solidFill>
                <a:latin typeface="方正静蕾简体" panose="02000000000000000000" pitchFamily="2" charset="-122"/>
                <a:ea typeface="方正静蕾简体" panose="02000000000000000000" pitchFamily="2" charset="-122"/>
                <a:cs typeface="Verdana" panose="020B0604030504040204" pitchFamily="34" charset="0"/>
              </a:rPr>
              <a:t>胖子是谁？</a:t>
            </a:r>
            <a:endParaRPr lang="zh-CN" altLang="en-US" sz="5800" b="1" dirty="0">
              <a:solidFill>
                <a:srgbClr val="D67024"/>
              </a:solidFill>
              <a:cs typeface="Verdana" panose="020B0604030504040204" pitchFamily="34" charset="0"/>
            </a:endParaRPr>
          </a:p>
        </p:txBody>
      </p:sp>
      <p:sp>
        <p:nvSpPr>
          <p:cNvPr id="6" name="标题 1"/>
          <p:cNvSpPr txBox="1">
            <a:spLocks/>
          </p:cNvSpPr>
          <p:nvPr/>
        </p:nvSpPr>
        <p:spPr>
          <a:xfrm>
            <a:off x="1171203" y="1638633"/>
            <a:ext cx="5878285" cy="369135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sz="3200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zh-CN" altLang="en-US" sz="3000" b="1" dirty="0" smtClean="0">
                <a:solidFill>
                  <a:srgbClr val="D67024"/>
                </a:solidFill>
                <a:latin typeface="方正铁筋隶书简体" panose="03000509000000000000" pitchFamily="65" charset="-122"/>
                <a:ea typeface="方正铁筋隶书简体" panose="03000509000000000000" pitchFamily="65" charset="-122"/>
                <a:cs typeface="Verdana" panose="020B0604030504040204" pitchFamily="34" charset="0"/>
              </a:rPr>
              <a:t>姓名：</a:t>
            </a:r>
            <a:r>
              <a:rPr lang="zh-CN" altLang="en-US" sz="3000" b="1" dirty="0" smtClean="0">
                <a:solidFill>
                  <a:srgbClr val="D67024"/>
                </a:solidFill>
                <a:latin typeface="方正胖娃简体" panose="03000509000000000000" pitchFamily="65" charset="-122"/>
                <a:ea typeface="方正胖娃简体" panose="03000509000000000000" pitchFamily="65" charset="-122"/>
                <a:cs typeface="Verdana" panose="020B0604030504040204" pitchFamily="34" charset="0"/>
              </a:rPr>
              <a:t>朱江</a:t>
            </a:r>
            <a:r>
              <a:rPr lang="zh-CN" altLang="en-US" sz="3000" b="1" dirty="0" smtClean="0">
                <a:solidFill>
                  <a:srgbClr val="D67024"/>
                </a:solidFill>
                <a:cs typeface="Verdana" panose="020B0604030504040204" pitchFamily="34" charset="0"/>
              </a:rPr>
              <a:t/>
            </a:r>
            <a:br>
              <a:rPr lang="zh-CN" altLang="en-US" sz="3000" b="1" dirty="0" smtClean="0">
                <a:solidFill>
                  <a:srgbClr val="D67024"/>
                </a:solidFill>
                <a:cs typeface="Verdana" panose="020B0604030504040204" pitchFamily="34" charset="0"/>
              </a:rPr>
            </a:br>
            <a:r>
              <a:rPr lang="zh-CN" altLang="en-US" sz="3000" b="1" dirty="0" smtClean="0">
                <a:solidFill>
                  <a:srgbClr val="D67024"/>
                </a:solidFill>
                <a:latin typeface="方正铁筋隶书简体" panose="03000509000000000000" pitchFamily="65" charset="-122"/>
                <a:ea typeface="方正铁筋隶书简体" panose="03000509000000000000" pitchFamily="65" charset="-122"/>
                <a:cs typeface="Verdana" panose="020B0604030504040204" pitchFamily="34" charset="0"/>
              </a:rPr>
              <a:t>属相：</a:t>
            </a:r>
            <a:r>
              <a:rPr lang="zh-CN" altLang="en-US" sz="3000" b="1" dirty="0" smtClean="0">
                <a:solidFill>
                  <a:srgbClr val="D67024"/>
                </a:solidFill>
                <a:latin typeface="方正胖娃简体" panose="03000509000000000000" pitchFamily="65" charset="-122"/>
                <a:ea typeface="方正胖娃简体" panose="03000509000000000000" pitchFamily="65" charset="-122"/>
                <a:cs typeface="Verdana" panose="020B0604030504040204" pitchFamily="34" charset="0"/>
              </a:rPr>
              <a:t>猴</a:t>
            </a:r>
            <a:r>
              <a:rPr lang="zh-CN" altLang="en-US" sz="3000" b="1" dirty="0" smtClean="0">
                <a:solidFill>
                  <a:srgbClr val="D67024"/>
                </a:solidFill>
                <a:cs typeface="Verdana" panose="020B0604030504040204" pitchFamily="34" charset="0"/>
              </a:rPr>
              <a:t/>
            </a:r>
            <a:br>
              <a:rPr lang="zh-CN" altLang="en-US" sz="3000" b="1" dirty="0" smtClean="0">
                <a:solidFill>
                  <a:srgbClr val="D67024"/>
                </a:solidFill>
                <a:cs typeface="Verdana" panose="020B0604030504040204" pitchFamily="34" charset="0"/>
              </a:rPr>
            </a:br>
            <a:r>
              <a:rPr lang="zh-CN" altLang="en-US" sz="3000" b="1" dirty="0" smtClean="0">
                <a:solidFill>
                  <a:srgbClr val="D67024"/>
                </a:solidFill>
                <a:latin typeface="方正铁筋隶书简体" panose="03000509000000000000" pitchFamily="65" charset="-122"/>
                <a:ea typeface="方正铁筋隶书简体" panose="03000509000000000000" pitchFamily="65" charset="-122"/>
                <a:cs typeface="Verdana" panose="020B0604030504040204" pitchFamily="34" charset="0"/>
              </a:rPr>
              <a:t>生活坐标：</a:t>
            </a:r>
            <a:r>
              <a:rPr lang="zh-CN" altLang="en-US" sz="3000" b="1" dirty="0" smtClean="0">
                <a:solidFill>
                  <a:srgbClr val="D67024"/>
                </a:solidFill>
                <a:latin typeface="方正胖娃简体" panose="03000509000000000000" pitchFamily="65" charset="-122"/>
                <a:ea typeface="方正胖娃简体" panose="03000509000000000000" pitchFamily="65" charset="-122"/>
                <a:cs typeface="Verdana" panose="020B0604030504040204" pitchFamily="34" charset="0"/>
              </a:rPr>
              <a:t>北京</a:t>
            </a:r>
            <a:br>
              <a:rPr lang="zh-CN" altLang="en-US" sz="3000" b="1" dirty="0" smtClean="0">
                <a:solidFill>
                  <a:srgbClr val="D67024"/>
                </a:solidFill>
                <a:latin typeface="方正胖娃简体" panose="03000509000000000000" pitchFamily="65" charset="-122"/>
                <a:ea typeface="方正胖娃简体" panose="03000509000000000000" pitchFamily="65" charset="-122"/>
                <a:cs typeface="Verdana" panose="020B0604030504040204" pitchFamily="34" charset="0"/>
              </a:rPr>
            </a:br>
            <a:r>
              <a:rPr lang="zh-CN" altLang="en-US" sz="3000" b="1" dirty="0" smtClean="0">
                <a:solidFill>
                  <a:srgbClr val="D67024"/>
                </a:solidFill>
                <a:latin typeface="方正铁筋隶书简体" panose="03000509000000000000" pitchFamily="65" charset="-122"/>
                <a:ea typeface="方正铁筋隶书简体" panose="03000509000000000000" pitchFamily="65" charset="-122"/>
                <a:cs typeface="Verdana" panose="020B0604030504040204" pitchFamily="34" charset="0"/>
              </a:rPr>
              <a:t>爱好：</a:t>
            </a:r>
            <a:r>
              <a:rPr lang="zh-CN" altLang="en-US" sz="3000" b="1" dirty="0" smtClean="0">
                <a:solidFill>
                  <a:srgbClr val="D67024"/>
                </a:solidFill>
                <a:latin typeface="方正胖娃简体" panose="03000509000000000000" pitchFamily="65" charset="-122"/>
                <a:ea typeface="方正胖娃简体" panose="03000509000000000000" pitchFamily="65" charset="-122"/>
                <a:cs typeface="Verdana" panose="020B0604030504040204" pitchFamily="34" charset="0"/>
              </a:rPr>
              <a:t>抽烟、喝酒、不烫头</a:t>
            </a:r>
            <a:br>
              <a:rPr lang="zh-CN" altLang="en-US" sz="3000" b="1" dirty="0" smtClean="0">
                <a:solidFill>
                  <a:srgbClr val="D67024"/>
                </a:solidFill>
                <a:latin typeface="方正胖娃简体" panose="03000509000000000000" pitchFamily="65" charset="-122"/>
                <a:ea typeface="方正胖娃简体" panose="03000509000000000000" pitchFamily="65" charset="-122"/>
                <a:cs typeface="Verdana" panose="020B0604030504040204" pitchFamily="34" charset="0"/>
              </a:rPr>
            </a:br>
            <a:r>
              <a:rPr lang="zh-CN" altLang="en-US" sz="3000" b="1" dirty="0" smtClean="0">
                <a:solidFill>
                  <a:srgbClr val="D67024"/>
                </a:solidFill>
                <a:latin typeface="方正胖娃简体" panose="03000509000000000000" pitchFamily="65" charset="-122"/>
                <a:ea typeface="方正胖娃简体" panose="03000509000000000000" pitchFamily="65" charset="-122"/>
                <a:cs typeface="Verdana" panose="020B0604030504040204" pitchFamily="34" charset="0"/>
              </a:rPr>
              <a:t>           足球、台球及其他一切球</a:t>
            </a:r>
            <a:endParaRPr lang="zh-CN" altLang="en-US" sz="3000" b="1" dirty="0">
              <a:solidFill>
                <a:srgbClr val="D67024"/>
              </a:solidFill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19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图表 4"/>
          <p:cNvGraphicFramePr/>
          <p:nvPr>
            <p:extLst>
              <p:ext uri="{D42A27DB-BD31-4B8C-83A1-F6EECF244321}">
                <p14:modId xmlns:p14="http://schemas.microsoft.com/office/powerpoint/2010/main" val="1124679472"/>
              </p:ext>
            </p:extLst>
          </p:nvPr>
        </p:nvGraphicFramePr>
        <p:xfrm>
          <a:off x="500743" y="468085"/>
          <a:ext cx="11375572" cy="5493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5782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8270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0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474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7829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4779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5172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Light">
  <a:themeElements>
    <a:clrScheme name="Timeline02_16x9">
      <a:dk1>
        <a:srgbClr val="7F7F7F"/>
      </a:dk1>
      <a:lt1>
        <a:srgbClr val="FFFFFF"/>
      </a:lt1>
      <a:dk2>
        <a:srgbClr val="1C1C1C"/>
      </a:dk2>
      <a:lt2>
        <a:srgbClr val="F2F2F2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Adjacency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Timeline02_16x9">
      <a:dk1>
        <a:srgbClr val="7F7F7F"/>
      </a:dk1>
      <a:lt1>
        <a:srgbClr val="FFFFFF"/>
      </a:lt1>
      <a:dk2>
        <a:srgbClr val="1C1C1C"/>
      </a:dk2>
      <a:lt2>
        <a:srgbClr val="F2F2F2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Adjacency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imeline02_16x9">
      <a:dk1>
        <a:srgbClr val="7F7F7F"/>
      </a:dk1>
      <a:lt1>
        <a:srgbClr val="FFFFFF"/>
      </a:lt1>
      <a:dk2>
        <a:srgbClr val="1C1C1C"/>
      </a:dk2>
      <a:lt2>
        <a:srgbClr val="F2F2F2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Adjacency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724B68FC-3556-4284-BAA4-1BF2EED3E6B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事件日程表（宽屏）</Template>
  <TotalTime>0</TotalTime>
  <Words>44</Words>
  <Application>Microsoft Office PowerPoint</Application>
  <PresentationFormat>宽屏</PresentationFormat>
  <Paragraphs>15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9" baseType="lpstr">
      <vt:lpstr>方正静蕾简体</vt:lpstr>
      <vt:lpstr>Arial</vt:lpstr>
      <vt:lpstr>方正铁筋隶书简体</vt:lpstr>
      <vt:lpstr>宋体</vt:lpstr>
      <vt:lpstr>微软雅黑</vt:lpstr>
      <vt:lpstr>Calibri</vt:lpstr>
      <vt:lpstr>Wingdings 2</vt:lpstr>
      <vt:lpstr>Verdana</vt:lpstr>
      <vt:lpstr>方正胖娃简体</vt:lpstr>
      <vt:lpstr>OfficeLight</vt:lpstr>
      <vt:lpstr>我为什么可以 持续成长</vt:lpstr>
      <vt:lpstr>这胖子是谁？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2016-03-31T07:51:07Z</dcterms:created>
  <dcterms:modified xsi:type="dcterms:W3CDTF">2016-04-13T14:09:11Z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TC028048999991</vt:lpwstr>
  </property>
</Properties>
</file>